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3"/>
  </p:notesMasterIdLst>
  <p:sldIdLst>
    <p:sldId id="256" r:id="rId2"/>
    <p:sldId id="259" r:id="rId3"/>
    <p:sldId id="260" r:id="rId4"/>
    <p:sldId id="278" r:id="rId5"/>
    <p:sldId id="279" r:id="rId6"/>
    <p:sldId id="263" r:id="rId7"/>
    <p:sldId id="280" r:id="rId8"/>
    <p:sldId id="261" r:id="rId9"/>
    <p:sldId id="281" r:id="rId10"/>
    <p:sldId id="282" r:id="rId11"/>
    <p:sldId id="262" r:id="rId12"/>
  </p:sldIdLst>
  <p:sldSz cx="12192000" cy="6858000"/>
  <p:notesSz cx="6858000" cy="9144000"/>
  <p:embeddedFontLst>
    <p:embeddedFont>
      <p:font typeface="Abril Fatface" panose="020B0604020202020204" pitchFamily="2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Medium" panose="020B0604020202020204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A60"/>
    <a:srgbClr val="D7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2" y="-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4455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7623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8445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889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5040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a073618e6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a073618e6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flipH="1">
            <a:off x="9531300" y="5064596"/>
            <a:ext cx="2660700" cy="1793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725509" y="648979"/>
            <a:ext cx="10740900" cy="5559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dist="889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 rot="10800000" flipH="1">
            <a:off x="725621" y="648933"/>
            <a:ext cx="2660700" cy="1793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2682300" y="2520775"/>
            <a:ext cx="7153800" cy="1230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682300" y="3976125"/>
            <a:ext cx="7153800" cy="524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396950" y="2842437"/>
            <a:ext cx="1878419" cy="970517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10703737" y="2842437"/>
            <a:ext cx="1878418" cy="970517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sp>
        <p:nvSpPr>
          <p:cNvPr id="18" name="Google Shape;18;p2"/>
          <p:cNvSpPr/>
          <p:nvPr/>
        </p:nvSpPr>
        <p:spPr>
          <a:xfrm>
            <a:off x="5077376" y="926200"/>
            <a:ext cx="739500" cy="859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9207908" y="5131454"/>
            <a:ext cx="945000" cy="63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0282575" y="1020588"/>
            <a:ext cx="731400" cy="63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 rot="-2064314">
            <a:off x="1793165" y="1817855"/>
            <a:ext cx="615268" cy="825175"/>
          </a:xfrm>
          <a:custGeom>
            <a:avLst/>
            <a:gdLst/>
            <a:ahLst/>
            <a:cxnLst/>
            <a:rect l="l" t="t" r="r" b="b"/>
            <a:pathLst>
              <a:path w="615314" h="825237" extrusionOk="0">
                <a:moveTo>
                  <a:pt x="430339" y="650414"/>
                </a:moveTo>
                <a:cubicBezTo>
                  <a:pt x="475541" y="682620"/>
                  <a:pt x="483381" y="756286"/>
                  <a:pt x="445383" y="796826"/>
                </a:cubicBezTo>
                <a:cubicBezTo>
                  <a:pt x="407385" y="837367"/>
                  <a:pt x="332802" y="834047"/>
                  <a:pt x="299112" y="789905"/>
                </a:cubicBezTo>
                <a:cubicBezTo>
                  <a:pt x="265423" y="745762"/>
                  <a:pt x="282373" y="672379"/>
                  <a:pt x="332307" y="648083"/>
                </a:cubicBezTo>
                <a:cubicBezTo>
                  <a:pt x="282303" y="657123"/>
                  <a:pt x="231309" y="660372"/>
                  <a:pt x="180598" y="657759"/>
                </a:cubicBezTo>
                <a:lnTo>
                  <a:pt x="184765" y="482177"/>
                </a:lnTo>
                <a:cubicBezTo>
                  <a:pt x="148109" y="516997"/>
                  <a:pt x="92878" y="530911"/>
                  <a:pt x="44074" y="517633"/>
                </a:cubicBezTo>
                <a:cubicBezTo>
                  <a:pt x="30725" y="513960"/>
                  <a:pt x="17235" y="507957"/>
                  <a:pt x="9113" y="496727"/>
                </a:cubicBezTo>
                <a:cubicBezTo>
                  <a:pt x="2121" y="487121"/>
                  <a:pt x="-69" y="474691"/>
                  <a:pt x="2" y="462825"/>
                </a:cubicBezTo>
                <a:cubicBezTo>
                  <a:pt x="143" y="424615"/>
                  <a:pt x="23026" y="387324"/>
                  <a:pt x="56999" y="369737"/>
                </a:cubicBezTo>
                <a:cubicBezTo>
                  <a:pt x="90971" y="352151"/>
                  <a:pt x="134548" y="355188"/>
                  <a:pt x="165837" y="377153"/>
                </a:cubicBezTo>
                <a:cubicBezTo>
                  <a:pt x="153971" y="320863"/>
                  <a:pt x="153830" y="262100"/>
                  <a:pt x="165484" y="205739"/>
                </a:cubicBezTo>
                <a:cubicBezTo>
                  <a:pt x="214005" y="192743"/>
                  <a:pt x="264363" y="186316"/>
                  <a:pt x="314580" y="186740"/>
                </a:cubicBezTo>
                <a:cubicBezTo>
                  <a:pt x="275028" y="153474"/>
                  <a:pt x="265846" y="89555"/>
                  <a:pt x="294451" y="46543"/>
                </a:cubicBezTo>
                <a:cubicBezTo>
                  <a:pt x="323055" y="3530"/>
                  <a:pt x="385561" y="-12785"/>
                  <a:pt x="431540" y="10875"/>
                </a:cubicBezTo>
                <a:cubicBezTo>
                  <a:pt x="477519" y="34536"/>
                  <a:pt x="500685" y="94782"/>
                  <a:pt x="482322" y="143091"/>
                </a:cubicBezTo>
                <a:cubicBezTo>
                  <a:pt x="474058" y="164845"/>
                  <a:pt x="455695" y="185186"/>
                  <a:pt x="432458" y="186245"/>
                </a:cubicBezTo>
                <a:cubicBezTo>
                  <a:pt x="493764" y="178335"/>
                  <a:pt x="557046" y="186245"/>
                  <a:pt x="614467" y="209129"/>
                </a:cubicBezTo>
                <a:cubicBezTo>
                  <a:pt x="605709" y="259840"/>
                  <a:pt x="605992" y="312105"/>
                  <a:pt x="615315" y="362745"/>
                </a:cubicBezTo>
                <a:cubicBezTo>
                  <a:pt x="575410" y="349043"/>
                  <a:pt x="530702" y="340568"/>
                  <a:pt x="491645" y="356530"/>
                </a:cubicBezTo>
                <a:cubicBezTo>
                  <a:pt x="452587" y="372492"/>
                  <a:pt x="424901" y="421084"/>
                  <a:pt x="444253" y="458588"/>
                </a:cubicBezTo>
                <a:cubicBezTo>
                  <a:pt x="466995" y="502660"/>
                  <a:pt x="529501" y="501318"/>
                  <a:pt x="578447" y="493619"/>
                </a:cubicBezTo>
                <a:cubicBezTo>
                  <a:pt x="577952" y="555278"/>
                  <a:pt x="577458" y="616936"/>
                  <a:pt x="576964" y="678594"/>
                </a:cubicBezTo>
                <a:cubicBezTo>
                  <a:pt x="530773" y="658889"/>
                  <a:pt x="479991" y="650061"/>
                  <a:pt x="430269" y="650414"/>
                </a:cubicBez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2"/>
          <p:cNvGrpSpPr/>
          <p:nvPr/>
        </p:nvGrpSpPr>
        <p:grpSpPr>
          <a:xfrm rot="8833535">
            <a:off x="6551678" y="4600242"/>
            <a:ext cx="2273755" cy="966829"/>
            <a:chOff x="4590347" y="1490179"/>
            <a:chExt cx="1314037" cy="558745"/>
          </a:xfrm>
        </p:grpSpPr>
        <p:sp>
          <p:nvSpPr>
            <p:cNvPr id="23" name="Google Shape;23;p2"/>
            <p:cNvSpPr/>
            <p:nvPr/>
          </p:nvSpPr>
          <p:spPr>
            <a:xfrm>
              <a:off x="4590347" y="1490179"/>
              <a:ext cx="1314037" cy="558745"/>
            </a:xfrm>
            <a:custGeom>
              <a:avLst/>
              <a:gdLst/>
              <a:ahLst/>
              <a:cxnLst/>
              <a:rect l="l" t="t" r="r" b="b"/>
              <a:pathLst>
                <a:path w="1314037" h="558745" extrusionOk="0">
                  <a:moveTo>
                    <a:pt x="0" y="154469"/>
                  </a:moveTo>
                  <a:cubicBezTo>
                    <a:pt x="107637" y="99520"/>
                    <a:pt x="220996" y="55801"/>
                    <a:pt x="337674" y="24160"/>
                  </a:cubicBezTo>
                  <a:cubicBezTo>
                    <a:pt x="386478" y="10953"/>
                    <a:pt x="436412" y="-277"/>
                    <a:pt x="486981" y="5"/>
                  </a:cubicBezTo>
                  <a:cubicBezTo>
                    <a:pt x="561000" y="429"/>
                    <a:pt x="632476" y="25290"/>
                    <a:pt x="702256" y="49869"/>
                  </a:cubicBezTo>
                  <a:cubicBezTo>
                    <a:pt x="726764" y="58485"/>
                    <a:pt x="751908" y="67526"/>
                    <a:pt x="771119" y="84900"/>
                  </a:cubicBezTo>
                  <a:cubicBezTo>
                    <a:pt x="794355" y="105948"/>
                    <a:pt x="806151" y="137024"/>
                    <a:pt x="811871" y="167888"/>
                  </a:cubicBezTo>
                  <a:cubicBezTo>
                    <a:pt x="820488" y="214786"/>
                    <a:pt x="811024" y="272701"/>
                    <a:pt x="768082" y="293324"/>
                  </a:cubicBezTo>
                  <a:cubicBezTo>
                    <a:pt x="714828" y="318821"/>
                    <a:pt x="649992" y="256809"/>
                    <a:pt x="659879" y="198612"/>
                  </a:cubicBezTo>
                  <a:cubicBezTo>
                    <a:pt x="669767" y="140414"/>
                    <a:pt x="731497" y="101992"/>
                    <a:pt x="790542" y="100721"/>
                  </a:cubicBezTo>
                  <a:cubicBezTo>
                    <a:pt x="849587" y="99450"/>
                    <a:pt x="905312" y="126853"/>
                    <a:pt x="955458" y="157930"/>
                  </a:cubicBezTo>
                  <a:cubicBezTo>
                    <a:pt x="1110134" y="253702"/>
                    <a:pt x="1239243" y="392910"/>
                    <a:pt x="1314038" y="558745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590347" y="1552973"/>
              <a:ext cx="115830" cy="139490"/>
            </a:xfrm>
            <a:custGeom>
              <a:avLst/>
              <a:gdLst/>
              <a:ahLst/>
              <a:cxnLst/>
              <a:rect l="l" t="t" r="r" b="b"/>
              <a:pathLst>
                <a:path w="115830" h="139490" extrusionOk="0">
                  <a:moveTo>
                    <a:pt x="115830" y="139491"/>
                  </a:moveTo>
                  <a:lnTo>
                    <a:pt x="0" y="91605"/>
                  </a:lnTo>
                  <a:lnTo>
                    <a:pt x="6533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2"/>
          <p:cNvSpPr/>
          <p:nvPr/>
        </p:nvSpPr>
        <p:spPr>
          <a:xfrm rot="2088241">
            <a:off x="1122766" y="5398869"/>
            <a:ext cx="384897" cy="507380"/>
          </a:xfrm>
          <a:custGeom>
            <a:avLst/>
            <a:gdLst/>
            <a:ahLst/>
            <a:cxnLst/>
            <a:rect l="l" t="t" r="r" b="b"/>
            <a:pathLst>
              <a:path w="385418" h="508066" extrusionOk="0">
                <a:moveTo>
                  <a:pt x="106225" y="240597"/>
                </a:moveTo>
                <a:cubicBezTo>
                  <a:pt x="118090" y="327894"/>
                  <a:pt x="118302" y="416744"/>
                  <a:pt x="106719" y="504041"/>
                </a:cubicBezTo>
                <a:lnTo>
                  <a:pt x="262737" y="508066"/>
                </a:lnTo>
                <a:cubicBezTo>
                  <a:pt x="260265" y="412648"/>
                  <a:pt x="263585" y="317159"/>
                  <a:pt x="272696" y="222164"/>
                </a:cubicBezTo>
                <a:cubicBezTo>
                  <a:pt x="310340" y="224071"/>
                  <a:pt x="348126" y="222234"/>
                  <a:pt x="385418" y="216866"/>
                </a:cubicBezTo>
                <a:cubicBezTo>
                  <a:pt x="319875" y="153654"/>
                  <a:pt x="260265" y="84297"/>
                  <a:pt x="207576" y="9997"/>
                </a:cubicBezTo>
                <a:cubicBezTo>
                  <a:pt x="204469" y="5617"/>
                  <a:pt x="200867" y="885"/>
                  <a:pt x="195570" y="108"/>
                </a:cubicBezTo>
                <a:cubicBezTo>
                  <a:pt x="189284" y="-810"/>
                  <a:pt x="183916" y="4276"/>
                  <a:pt x="179608" y="8866"/>
                </a:cubicBezTo>
                <a:cubicBezTo>
                  <a:pt x="115336" y="78506"/>
                  <a:pt x="55302" y="152171"/>
                  <a:pt x="0" y="229226"/>
                </a:cubicBezTo>
                <a:cubicBezTo>
                  <a:pt x="36727" y="229650"/>
                  <a:pt x="73453" y="232405"/>
                  <a:pt x="106154" y="240668"/>
                </a:cubicBez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 rot="10800000" flipH="1">
            <a:off x="1954317" y="5779764"/>
            <a:ext cx="2145515" cy="45753"/>
          </a:xfrm>
          <a:custGeom>
            <a:avLst/>
            <a:gdLst/>
            <a:ahLst/>
            <a:cxnLst/>
            <a:rect l="l" t="t" r="r" b="b"/>
            <a:pathLst>
              <a:path w="487617" h="28462" extrusionOk="0">
                <a:moveTo>
                  <a:pt x="0" y="28463"/>
                </a:moveTo>
                <a:cubicBezTo>
                  <a:pt x="161809" y="9817"/>
                  <a:pt x="324749" y="282"/>
                  <a:pt x="487617" y="0"/>
                </a:cubicBezTo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" name="Google Shape;27;p2"/>
          <p:cNvGrpSpPr/>
          <p:nvPr/>
        </p:nvGrpSpPr>
        <p:grpSpPr>
          <a:xfrm>
            <a:off x="1606070" y="4461084"/>
            <a:ext cx="687238" cy="651187"/>
            <a:chOff x="1759452" y="6189595"/>
            <a:chExt cx="687238" cy="651187"/>
          </a:xfrm>
        </p:grpSpPr>
        <p:sp>
          <p:nvSpPr>
            <p:cNvPr id="28" name="Google Shape;28;p2"/>
            <p:cNvSpPr/>
            <p:nvPr/>
          </p:nvSpPr>
          <p:spPr>
            <a:xfrm>
              <a:off x="1760666" y="6189595"/>
              <a:ext cx="516747" cy="588290"/>
            </a:xfrm>
            <a:custGeom>
              <a:avLst/>
              <a:gdLst/>
              <a:ahLst/>
              <a:cxnLst/>
              <a:rect l="l" t="t" r="r" b="b"/>
              <a:pathLst>
                <a:path w="516747" h="588290" extrusionOk="0">
                  <a:moveTo>
                    <a:pt x="354232" y="584780"/>
                  </a:moveTo>
                  <a:cubicBezTo>
                    <a:pt x="290667" y="595163"/>
                    <a:pt x="224771" y="581672"/>
                    <a:pt x="165938" y="555399"/>
                  </a:cubicBezTo>
                  <a:cubicBezTo>
                    <a:pt x="144961" y="546005"/>
                    <a:pt x="124620" y="534987"/>
                    <a:pt x="106680" y="520650"/>
                  </a:cubicBezTo>
                  <a:cubicBezTo>
                    <a:pt x="80407" y="499673"/>
                    <a:pt x="59925" y="472199"/>
                    <a:pt x="43680" y="442747"/>
                  </a:cubicBezTo>
                  <a:cubicBezTo>
                    <a:pt x="3846" y="370565"/>
                    <a:pt x="-11269" y="283622"/>
                    <a:pt x="8931" y="203600"/>
                  </a:cubicBezTo>
                  <a:cubicBezTo>
                    <a:pt x="29131" y="123649"/>
                    <a:pt x="86269" y="52314"/>
                    <a:pt x="162759" y="21450"/>
                  </a:cubicBezTo>
                  <a:cubicBezTo>
                    <a:pt x="207749" y="3298"/>
                    <a:pt x="257260" y="-798"/>
                    <a:pt x="305781" y="120"/>
                  </a:cubicBezTo>
                  <a:cubicBezTo>
                    <a:pt x="323862" y="473"/>
                    <a:pt x="342084" y="1462"/>
                    <a:pt x="359671" y="5558"/>
                  </a:cubicBezTo>
                  <a:cubicBezTo>
                    <a:pt x="385733" y="11562"/>
                    <a:pt x="409887" y="24063"/>
                    <a:pt x="432135" y="38824"/>
                  </a:cubicBezTo>
                  <a:cubicBezTo>
                    <a:pt x="470840" y="64533"/>
                    <a:pt x="506083" y="100059"/>
                    <a:pt x="516748" y="145261"/>
                  </a:cubicBezTo>
                  <a:lnTo>
                    <a:pt x="424225" y="191522"/>
                  </a:lnTo>
                  <a:cubicBezTo>
                    <a:pt x="404025" y="201622"/>
                    <a:pt x="383826" y="211722"/>
                    <a:pt x="364685" y="223658"/>
                  </a:cubicBezTo>
                  <a:cubicBezTo>
                    <a:pt x="353032" y="230933"/>
                    <a:pt x="341872" y="238843"/>
                    <a:pt x="330148" y="246047"/>
                  </a:cubicBezTo>
                  <a:cubicBezTo>
                    <a:pt x="294269" y="268013"/>
                    <a:pt x="254293" y="282421"/>
                    <a:pt x="214671" y="296617"/>
                  </a:cubicBezTo>
                  <a:cubicBezTo>
                    <a:pt x="267854" y="388010"/>
                    <a:pt x="321390" y="480250"/>
                    <a:pt x="354374" y="58478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759452" y="6461846"/>
              <a:ext cx="357847" cy="378936"/>
            </a:xfrm>
            <a:custGeom>
              <a:avLst/>
              <a:gdLst/>
              <a:ahLst/>
              <a:cxnLst/>
              <a:rect l="l" t="t" r="r" b="b"/>
              <a:pathLst>
                <a:path w="357847" h="378936" extrusionOk="0">
                  <a:moveTo>
                    <a:pt x="1175" y="0"/>
                  </a:moveTo>
                  <a:cubicBezTo>
                    <a:pt x="-4404" y="74937"/>
                    <a:pt x="11487" y="170144"/>
                    <a:pt x="15301" y="188013"/>
                  </a:cubicBezTo>
                  <a:cubicBezTo>
                    <a:pt x="21869" y="218877"/>
                    <a:pt x="45671" y="261395"/>
                    <a:pt x="69755" y="281877"/>
                  </a:cubicBezTo>
                  <a:cubicBezTo>
                    <a:pt x="154509" y="354130"/>
                    <a:pt x="246679" y="384854"/>
                    <a:pt x="357848" y="378002"/>
                  </a:cubicBezTo>
                  <a:lnTo>
                    <a:pt x="353893" y="314155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016302" y="6339164"/>
              <a:ext cx="262595" cy="207081"/>
            </a:xfrm>
            <a:custGeom>
              <a:avLst/>
              <a:gdLst/>
              <a:ahLst/>
              <a:cxnLst/>
              <a:rect l="l" t="t" r="r" b="b"/>
              <a:pathLst>
                <a:path w="262595" h="207081" extrusionOk="0">
                  <a:moveTo>
                    <a:pt x="259629" y="0"/>
                  </a:moveTo>
                  <a:lnTo>
                    <a:pt x="262596" y="77621"/>
                  </a:lnTo>
                  <a:cubicBezTo>
                    <a:pt x="175935" y="122540"/>
                    <a:pt x="88356" y="165694"/>
                    <a:pt x="0" y="207082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44068" y="6377516"/>
              <a:ext cx="291415" cy="351869"/>
            </a:xfrm>
            <a:custGeom>
              <a:avLst/>
              <a:gdLst/>
              <a:ahLst/>
              <a:cxnLst/>
              <a:rect l="l" t="t" r="r" b="b"/>
              <a:pathLst>
                <a:path w="291415" h="351869" extrusionOk="0">
                  <a:moveTo>
                    <a:pt x="0" y="145494"/>
                  </a:moveTo>
                  <a:lnTo>
                    <a:pt x="237381" y="0"/>
                  </a:lnTo>
                  <a:cubicBezTo>
                    <a:pt x="278628" y="51488"/>
                    <a:pt x="297839" y="119998"/>
                    <a:pt x="289505" y="185470"/>
                  </a:cubicBezTo>
                  <a:cubicBezTo>
                    <a:pt x="281171" y="250942"/>
                    <a:pt x="245292" y="312389"/>
                    <a:pt x="192462" y="351870"/>
                  </a:cubicBezTo>
                  <a:cubicBezTo>
                    <a:pt x="130803" y="281736"/>
                    <a:pt x="68015" y="212591"/>
                    <a:pt x="71" y="145494"/>
                  </a:cubicBezTo>
                  <a:close/>
                </a:path>
              </a:pathLst>
            </a:custGeom>
            <a:solidFill>
              <a:schemeClr val="accent2"/>
            </a:solidFill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144447" y="6528166"/>
              <a:ext cx="191629" cy="275803"/>
            </a:xfrm>
            <a:custGeom>
              <a:avLst/>
              <a:gdLst/>
              <a:ahLst/>
              <a:cxnLst/>
              <a:rect l="l" t="t" r="r" b="b"/>
              <a:pathLst>
                <a:path w="191629" h="275803" extrusionOk="0">
                  <a:moveTo>
                    <a:pt x="822" y="0"/>
                  </a:moveTo>
                  <a:cubicBezTo>
                    <a:pt x="-2004" y="22248"/>
                    <a:pt x="3364" y="66532"/>
                    <a:pt x="3364" y="66532"/>
                  </a:cubicBezTo>
                  <a:cubicBezTo>
                    <a:pt x="3364" y="66532"/>
                    <a:pt x="11345" y="84330"/>
                    <a:pt x="17419" y="91887"/>
                  </a:cubicBezTo>
                  <a:cubicBezTo>
                    <a:pt x="121808" y="220078"/>
                    <a:pt x="116652" y="193804"/>
                    <a:pt x="183396" y="275803"/>
                  </a:cubicBezTo>
                  <a:cubicBezTo>
                    <a:pt x="191376" y="252637"/>
                    <a:pt x="193637" y="227494"/>
                    <a:pt x="189823" y="203268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331657" y="6455772"/>
              <a:ext cx="115033" cy="343253"/>
            </a:xfrm>
            <a:custGeom>
              <a:avLst/>
              <a:gdLst/>
              <a:ahLst/>
              <a:cxnLst/>
              <a:rect l="l" t="t" r="r" b="b"/>
              <a:pathLst>
                <a:path w="115033" h="343253" extrusionOk="0">
                  <a:moveTo>
                    <a:pt x="0" y="343253"/>
                  </a:moveTo>
                  <a:cubicBezTo>
                    <a:pt x="29099" y="339298"/>
                    <a:pt x="52194" y="316626"/>
                    <a:pt x="68651" y="292260"/>
                  </a:cubicBezTo>
                  <a:cubicBezTo>
                    <a:pt x="125365" y="208283"/>
                    <a:pt x="125859" y="95843"/>
                    <a:pt x="92806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10400088" y="1068016"/>
            <a:ext cx="537539" cy="527370"/>
            <a:chOff x="3769213" y="6330241"/>
            <a:chExt cx="537539" cy="527370"/>
          </a:xfrm>
        </p:grpSpPr>
        <p:sp>
          <p:nvSpPr>
            <p:cNvPr id="35" name="Google Shape;35;p2"/>
            <p:cNvSpPr/>
            <p:nvPr/>
          </p:nvSpPr>
          <p:spPr>
            <a:xfrm>
              <a:off x="3769213" y="6330241"/>
              <a:ext cx="537539" cy="527370"/>
            </a:xfrm>
            <a:custGeom>
              <a:avLst/>
              <a:gdLst/>
              <a:ahLst/>
              <a:cxnLst/>
              <a:rect l="l" t="t" r="r" b="b"/>
              <a:pathLst>
                <a:path w="537539" h="527370" extrusionOk="0">
                  <a:moveTo>
                    <a:pt x="32570" y="392505"/>
                  </a:moveTo>
                  <a:cubicBezTo>
                    <a:pt x="-11502" y="311777"/>
                    <a:pt x="-11079" y="208095"/>
                    <a:pt x="35253" y="128638"/>
                  </a:cubicBezTo>
                  <a:cubicBezTo>
                    <a:pt x="81586" y="49181"/>
                    <a:pt x="172625" y="-2519"/>
                    <a:pt x="264583" y="95"/>
                  </a:cubicBezTo>
                  <a:cubicBezTo>
                    <a:pt x="294247" y="942"/>
                    <a:pt x="323558" y="7017"/>
                    <a:pt x="352233" y="14644"/>
                  </a:cubicBezTo>
                  <a:cubicBezTo>
                    <a:pt x="376458" y="21071"/>
                    <a:pt x="400754" y="28840"/>
                    <a:pt x="421519" y="42895"/>
                  </a:cubicBezTo>
                  <a:cubicBezTo>
                    <a:pt x="441789" y="56668"/>
                    <a:pt x="457752" y="75879"/>
                    <a:pt x="472019" y="95796"/>
                  </a:cubicBezTo>
                  <a:cubicBezTo>
                    <a:pt x="505355" y="142269"/>
                    <a:pt x="531699" y="195594"/>
                    <a:pt x="536714" y="252591"/>
                  </a:cubicBezTo>
                  <a:cubicBezTo>
                    <a:pt x="541729" y="310364"/>
                    <a:pt x="523718" y="369763"/>
                    <a:pt x="487486" y="414965"/>
                  </a:cubicBezTo>
                  <a:cubicBezTo>
                    <a:pt x="463755" y="444629"/>
                    <a:pt x="432961" y="467866"/>
                    <a:pt x="400896" y="488207"/>
                  </a:cubicBezTo>
                  <a:cubicBezTo>
                    <a:pt x="381826" y="500284"/>
                    <a:pt x="361980" y="511585"/>
                    <a:pt x="340438" y="518365"/>
                  </a:cubicBezTo>
                  <a:cubicBezTo>
                    <a:pt x="324264" y="523450"/>
                    <a:pt x="307384" y="525993"/>
                    <a:pt x="290504" y="526911"/>
                  </a:cubicBezTo>
                  <a:cubicBezTo>
                    <a:pt x="191342" y="532561"/>
                    <a:pt x="83846" y="486017"/>
                    <a:pt x="32711" y="39236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028385" y="6383872"/>
              <a:ext cx="2445" cy="64381"/>
            </a:xfrm>
            <a:custGeom>
              <a:avLst/>
              <a:gdLst/>
              <a:ahLst/>
              <a:cxnLst/>
              <a:rect l="l" t="t" r="r" b="b"/>
              <a:pathLst>
                <a:path w="2445" h="64381" extrusionOk="0">
                  <a:moveTo>
                    <a:pt x="186" y="0"/>
                  </a:moveTo>
                  <a:cubicBezTo>
                    <a:pt x="327" y="18999"/>
                    <a:pt x="-874" y="38634"/>
                    <a:pt x="1457" y="57562"/>
                  </a:cubicBezTo>
                  <a:cubicBezTo>
                    <a:pt x="1739" y="60105"/>
                    <a:pt x="2022" y="69075"/>
                    <a:pt x="2446" y="61235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197301" y="6593497"/>
              <a:ext cx="57561" cy="2048"/>
            </a:xfrm>
            <a:custGeom>
              <a:avLst/>
              <a:gdLst/>
              <a:ahLst/>
              <a:cxnLst/>
              <a:rect l="l" t="t" r="r" b="b"/>
              <a:pathLst>
                <a:path w="57561" h="2048" extrusionOk="0">
                  <a:moveTo>
                    <a:pt x="0" y="0"/>
                  </a:moveTo>
                  <a:lnTo>
                    <a:pt x="57562" y="204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29206" y="6762510"/>
              <a:ext cx="1391" cy="49298"/>
            </a:xfrm>
            <a:custGeom>
              <a:avLst/>
              <a:gdLst/>
              <a:ahLst/>
              <a:cxnLst/>
              <a:rect l="l" t="t" r="r" b="b"/>
              <a:pathLst>
                <a:path w="1391" h="49298" extrusionOk="0">
                  <a:moveTo>
                    <a:pt x="0" y="0"/>
                  </a:moveTo>
                  <a:cubicBezTo>
                    <a:pt x="1201" y="16386"/>
                    <a:pt x="1625" y="32842"/>
                    <a:pt x="1271" y="49299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806021" y="6603799"/>
              <a:ext cx="67371" cy="4953"/>
            </a:xfrm>
            <a:custGeom>
              <a:avLst/>
              <a:gdLst/>
              <a:ahLst/>
              <a:cxnLst/>
              <a:rect l="l" t="t" r="r" b="b"/>
              <a:pathLst>
                <a:path w="67371" h="4953" extrusionOk="0">
                  <a:moveTo>
                    <a:pt x="0" y="4953"/>
                  </a:moveTo>
                  <a:cubicBezTo>
                    <a:pt x="20624" y="2764"/>
                    <a:pt x="41247" y="1139"/>
                    <a:pt x="61870" y="9"/>
                  </a:cubicBezTo>
                  <a:cubicBezTo>
                    <a:pt x="64484" y="-132"/>
                    <a:pt x="68298" y="1351"/>
                    <a:pt x="67168" y="3682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04640" y="6598359"/>
              <a:ext cx="60296" cy="53656"/>
            </a:xfrm>
            <a:custGeom>
              <a:avLst/>
              <a:gdLst/>
              <a:ahLst/>
              <a:cxnLst/>
              <a:rect l="l" t="t" r="r" b="b"/>
              <a:pathLst>
                <a:path w="60296" h="53656" extrusionOk="0">
                  <a:moveTo>
                    <a:pt x="24213" y="1211"/>
                  </a:moveTo>
                  <a:cubicBezTo>
                    <a:pt x="16373" y="-1048"/>
                    <a:pt x="7686" y="3754"/>
                    <a:pt x="3519" y="10746"/>
                  </a:cubicBezTo>
                  <a:cubicBezTo>
                    <a:pt x="-1425" y="19080"/>
                    <a:pt x="-1002" y="30028"/>
                    <a:pt x="3801" y="38432"/>
                  </a:cubicBezTo>
                  <a:cubicBezTo>
                    <a:pt x="8674" y="46908"/>
                    <a:pt x="17785" y="52699"/>
                    <a:pt x="27461" y="53547"/>
                  </a:cubicBezTo>
                  <a:cubicBezTo>
                    <a:pt x="37138" y="54394"/>
                    <a:pt x="47167" y="50298"/>
                    <a:pt x="53453" y="42811"/>
                  </a:cubicBezTo>
                  <a:cubicBezTo>
                    <a:pt x="60092" y="34901"/>
                    <a:pt x="62281" y="23248"/>
                    <a:pt x="58326" y="13642"/>
                  </a:cubicBezTo>
                  <a:cubicBezTo>
                    <a:pt x="54371" y="4037"/>
                    <a:pt x="44342" y="-2814"/>
                    <a:pt x="24213" y="114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57599" y="6505635"/>
              <a:ext cx="91534" cy="95560"/>
            </a:xfrm>
            <a:custGeom>
              <a:avLst/>
              <a:gdLst/>
              <a:ahLst/>
              <a:cxnLst/>
              <a:rect l="l" t="t" r="r" b="b"/>
              <a:pathLst>
                <a:path w="91534" h="95560" extrusionOk="0">
                  <a:moveTo>
                    <a:pt x="0" y="95560"/>
                  </a:moveTo>
                  <a:lnTo>
                    <a:pt x="91534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961827" y="6533816"/>
              <a:ext cx="51064" cy="65331"/>
            </a:xfrm>
            <a:custGeom>
              <a:avLst/>
              <a:gdLst/>
              <a:ahLst/>
              <a:cxnLst/>
              <a:rect l="l" t="t" r="r" b="b"/>
              <a:pathLst>
                <a:path w="51064" h="65331" extrusionOk="0">
                  <a:moveTo>
                    <a:pt x="51064" y="65331"/>
                  </a:moveTo>
                  <a:cubicBezTo>
                    <a:pt x="33125" y="44284"/>
                    <a:pt x="16103" y="22460"/>
                    <a:pt x="0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118621" y="6503658"/>
              <a:ext cx="33678" cy="35455"/>
            </a:xfrm>
            <a:custGeom>
              <a:avLst/>
              <a:gdLst/>
              <a:ahLst/>
              <a:cxnLst/>
              <a:rect l="l" t="t" r="r" b="b"/>
              <a:pathLst>
                <a:path w="33678" h="35455" extrusionOk="0">
                  <a:moveTo>
                    <a:pt x="0" y="10524"/>
                  </a:moveTo>
                  <a:lnTo>
                    <a:pt x="33548" y="0"/>
                  </a:lnTo>
                  <a:cubicBezTo>
                    <a:pt x="34184" y="12007"/>
                    <a:pt x="32489" y="24084"/>
                    <a:pt x="28604" y="35455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960693" y="6527514"/>
              <a:ext cx="26135" cy="29891"/>
            </a:xfrm>
            <a:custGeom>
              <a:avLst/>
              <a:gdLst/>
              <a:ahLst/>
              <a:cxnLst/>
              <a:rect l="l" t="t" r="r" b="b"/>
              <a:pathLst>
                <a:path w="26135" h="29891" extrusionOk="0">
                  <a:moveTo>
                    <a:pt x="2970" y="29891"/>
                  </a:moveTo>
                  <a:cubicBezTo>
                    <a:pt x="922" y="20145"/>
                    <a:pt x="-67" y="10186"/>
                    <a:pt x="4" y="298"/>
                  </a:cubicBezTo>
                  <a:cubicBezTo>
                    <a:pt x="215" y="1569"/>
                    <a:pt x="922" y="1075"/>
                    <a:pt x="1133" y="2346"/>
                  </a:cubicBezTo>
                  <a:cubicBezTo>
                    <a:pt x="1133" y="1782"/>
                    <a:pt x="639" y="-196"/>
                    <a:pt x="1133" y="16"/>
                  </a:cubicBezTo>
                  <a:cubicBezTo>
                    <a:pt x="17872" y="6867"/>
                    <a:pt x="18226" y="7149"/>
                    <a:pt x="26136" y="9833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2"/>
          <p:cNvSpPr/>
          <p:nvPr/>
        </p:nvSpPr>
        <p:spPr>
          <a:xfrm rot="9520326">
            <a:off x="7479928" y="1218698"/>
            <a:ext cx="1007564" cy="627897"/>
          </a:xfrm>
          <a:custGeom>
            <a:avLst/>
            <a:gdLst/>
            <a:ahLst/>
            <a:cxnLst/>
            <a:rect l="l" t="t" r="r" b="b"/>
            <a:pathLst>
              <a:path w="618491" h="385433" extrusionOk="0">
                <a:moveTo>
                  <a:pt x="0" y="190908"/>
                </a:moveTo>
                <a:cubicBezTo>
                  <a:pt x="30794" y="254191"/>
                  <a:pt x="58763" y="318887"/>
                  <a:pt x="83836" y="384712"/>
                </a:cubicBezTo>
                <a:cubicBezTo>
                  <a:pt x="170143" y="390221"/>
                  <a:pt x="256239" y="363665"/>
                  <a:pt x="332376" y="322700"/>
                </a:cubicBezTo>
                <a:cubicBezTo>
                  <a:pt x="471443" y="247834"/>
                  <a:pt x="556974" y="149449"/>
                  <a:pt x="575267" y="123811"/>
                </a:cubicBezTo>
                <a:cubicBezTo>
                  <a:pt x="596879" y="157854"/>
                  <a:pt x="601117" y="163645"/>
                  <a:pt x="618491" y="179678"/>
                </a:cubicBezTo>
                <a:lnTo>
                  <a:pt x="616796" y="0"/>
                </a:lnTo>
                <a:cubicBezTo>
                  <a:pt x="556974" y="7416"/>
                  <a:pt x="496446" y="8758"/>
                  <a:pt x="436341" y="4097"/>
                </a:cubicBezTo>
                <a:cubicBezTo>
                  <a:pt x="455481" y="19917"/>
                  <a:pt x="470666" y="40329"/>
                  <a:pt x="480343" y="63142"/>
                </a:cubicBezTo>
                <a:cubicBezTo>
                  <a:pt x="396436" y="122540"/>
                  <a:pt x="308151" y="183704"/>
                  <a:pt x="206305" y="197759"/>
                </a:cubicBezTo>
                <a:cubicBezTo>
                  <a:pt x="143305" y="206446"/>
                  <a:pt x="47603" y="193945"/>
                  <a:pt x="0" y="190908"/>
                </a:cubicBez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2"/>
          <p:cNvGrpSpPr/>
          <p:nvPr/>
        </p:nvGrpSpPr>
        <p:grpSpPr>
          <a:xfrm rot="-2474745">
            <a:off x="4462572" y="4406490"/>
            <a:ext cx="449403" cy="1428141"/>
            <a:chOff x="2748074" y="4303871"/>
            <a:chExt cx="449396" cy="1428120"/>
          </a:xfrm>
        </p:grpSpPr>
        <p:sp>
          <p:nvSpPr>
            <p:cNvPr id="47" name="Google Shape;47;p2"/>
            <p:cNvSpPr/>
            <p:nvPr/>
          </p:nvSpPr>
          <p:spPr>
            <a:xfrm>
              <a:off x="2748074" y="4326119"/>
              <a:ext cx="377938" cy="1339958"/>
            </a:xfrm>
            <a:custGeom>
              <a:avLst/>
              <a:gdLst/>
              <a:ahLst/>
              <a:cxnLst/>
              <a:rect l="l" t="t" r="r" b="b"/>
              <a:pathLst>
                <a:path w="377938" h="1339958" extrusionOk="0">
                  <a:moveTo>
                    <a:pt x="377939" y="1339958"/>
                  </a:moveTo>
                  <a:cubicBezTo>
                    <a:pt x="225806" y="1229072"/>
                    <a:pt x="122688" y="1061260"/>
                    <a:pt x="58629" y="884195"/>
                  </a:cubicBezTo>
                  <a:cubicBezTo>
                    <a:pt x="38853" y="829599"/>
                    <a:pt x="22467" y="773661"/>
                    <a:pt x="12155" y="716523"/>
                  </a:cubicBezTo>
                  <a:cubicBezTo>
                    <a:pt x="-33965" y="460143"/>
                    <a:pt x="53261" y="183563"/>
                    <a:pt x="238095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804725" y="4303871"/>
              <a:ext cx="203762" cy="172473"/>
            </a:xfrm>
            <a:custGeom>
              <a:avLst/>
              <a:gdLst/>
              <a:ahLst/>
              <a:cxnLst/>
              <a:rect l="l" t="t" r="r" b="b"/>
              <a:pathLst>
                <a:path w="203762" h="172473" extrusionOk="0">
                  <a:moveTo>
                    <a:pt x="0" y="80304"/>
                  </a:moveTo>
                  <a:lnTo>
                    <a:pt x="136101" y="25850"/>
                  </a:lnTo>
                  <a:cubicBezTo>
                    <a:pt x="153546" y="18858"/>
                    <a:pt x="171203" y="11795"/>
                    <a:pt x="185823" y="0"/>
                  </a:cubicBezTo>
                  <a:cubicBezTo>
                    <a:pt x="181656" y="57986"/>
                    <a:pt x="187800" y="116607"/>
                    <a:pt x="203762" y="17247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066341" y="5597294"/>
              <a:ext cx="131129" cy="134697"/>
            </a:xfrm>
            <a:custGeom>
              <a:avLst/>
              <a:gdLst/>
              <a:ahLst/>
              <a:cxnLst/>
              <a:rect l="l" t="t" r="r" b="b"/>
              <a:pathLst>
                <a:path w="131129" h="134697" extrusionOk="0">
                  <a:moveTo>
                    <a:pt x="64120" y="7832"/>
                  </a:moveTo>
                  <a:cubicBezTo>
                    <a:pt x="28736" y="19485"/>
                    <a:pt x="2180" y="54093"/>
                    <a:pt x="131" y="91314"/>
                  </a:cubicBezTo>
                  <a:cubicBezTo>
                    <a:pt x="-434" y="100990"/>
                    <a:pt x="696" y="111231"/>
                    <a:pt x="6064" y="119354"/>
                  </a:cubicBezTo>
                  <a:cubicBezTo>
                    <a:pt x="14539" y="132279"/>
                    <a:pt x="32055" y="136870"/>
                    <a:pt x="47099" y="133762"/>
                  </a:cubicBezTo>
                  <a:cubicBezTo>
                    <a:pt x="62143" y="130654"/>
                    <a:pt x="75138" y="121120"/>
                    <a:pt x="86368" y="110525"/>
                  </a:cubicBezTo>
                  <a:cubicBezTo>
                    <a:pt x="99011" y="98659"/>
                    <a:pt x="110170" y="85240"/>
                    <a:pt x="119422" y="70620"/>
                  </a:cubicBezTo>
                  <a:cubicBezTo>
                    <a:pt x="124790" y="62145"/>
                    <a:pt x="129663" y="53034"/>
                    <a:pt x="130864" y="43075"/>
                  </a:cubicBezTo>
                  <a:cubicBezTo>
                    <a:pt x="132700" y="27820"/>
                    <a:pt x="124861" y="11787"/>
                    <a:pt x="111653" y="3877"/>
                  </a:cubicBezTo>
                  <a:cubicBezTo>
                    <a:pt x="98446" y="-4034"/>
                    <a:pt x="83119" y="1616"/>
                    <a:pt x="64050" y="7902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50;p2"/>
          <p:cNvSpPr/>
          <p:nvPr/>
        </p:nvSpPr>
        <p:spPr>
          <a:xfrm>
            <a:off x="1438875" y="2813629"/>
            <a:ext cx="767416" cy="1110134"/>
          </a:xfrm>
          <a:custGeom>
            <a:avLst/>
            <a:gdLst/>
            <a:ahLst/>
            <a:cxnLst/>
            <a:rect l="l" t="t" r="r" b="b"/>
            <a:pathLst>
              <a:path w="767416" h="1110134" extrusionOk="0">
                <a:moveTo>
                  <a:pt x="9081" y="8758"/>
                </a:moveTo>
                <a:cubicBezTo>
                  <a:pt x="-6386" y="322206"/>
                  <a:pt x="2372" y="709461"/>
                  <a:pt x="3361" y="735593"/>
                </a:cubicBezTo>
                <a:cubicBezTo>
                  <a:pt x="6892" y="832566"/>
                  <a:pt x="-7304" y="920921"/>
                  <a:pt x="154222" y="910327"/>
                </a:cubicBezTo>
                <a:cubicBezTo>
                  <a:pt x="154222" y="910327"/>
                  <a:pt x="357773" y="912164"/>
                  <a:pt x="430308" y="907432"/>
                </a:cubicBezTo>
                <a:cubicBezTo>
                  <a:pt x="436947" y="991691"/>
                  <a:pt x="438925" y="1110135"/>
                  <a:pt x="438925" y="1110135"/>
                </a:cubicBezTo>
                <a:cubicBezTo>
                  <a:pt x="529187" y="998330"/>
                  <a:pt x="653493" y="906654"/>
                  <a:pt x="767416" y="817169"/>
                </a:cubicBezTo>
                <a:cubicBezTo>
                  <a:pt x="644170" y="734251"/>
                  <a:pt x="535332" y="665247"/>
                  <a:pt x="447259" y="545674"/>
                </a:cubicBezTo>
                <a:cubicBezTo>
                  <a:pt x="443586" y="624495"/>
                  <a:pt x="436170" y="725635"/>
                  <a:pt x="436170" y="725635"/>
                </a:cubicBezTo>
                <a:cubicBezTo>
                  <a:pt x="370698" y="728318"/>
                  <a:pt x="274502" y="725070"/>
                  <a:pt x="274502" y="725070"/>
                </a:cubicBezTo>
                <a:lnTo>
                  <a:pt x="270406" y="0"/>
                </a:lnTo>
                <a:cubicBezTo>
                  <a:pt x="174210" y="15538"/>
                  <a:pt x="107466" y="8758"/>
                  <a:pt x="9152" y="8758"/>
                </a:cubicBezTo>
                <a:close/>
              </a:path>
            </a:pathLst>
          </a:custGeom>
          <a:solidFill>
            <a:schemeClr val="accent2"/>
          </a:solidFill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" name="Google Shape;51;p2"/>
          <p:cNvGrpSpPr/>
          <p:nvPr/>
        </p:nvGrpSpPr>
        <p:grpSpPr>
          <a:xfrm>
            <a:off x="5147599" y="890737"/>
            <a:ext cx="714761" cy="797669"/>
            <a:chOff x="5932213" y="4153080"/>
            <a:chExt cx="714761" cy="797669"/>
          </a:xfrm>
        </p:grpSpPr>
        <p:sp>
          <p:nvSpPr>
            <p:cNvPr id="52" name="Google Shape;52;p2"/>
            <p:cNvSpPr/>
            <p:nvPr/>
          </p:nvSpPr>
          <p:spPr>
            <a:xfrm>
              <a:off x="6140446" y="4442969"/>
              <a:ext cx="302911" cy="462703"/>
            </a:xfrm>
            <a:custGeom>
              <a:avLst/>
              <a:gdLst/>
              <a:ahLst/>
              <a:cxnLst/>
              <a:rect l="l" t="t" r="r" b="b"/>
              <a:pathLst>
                <a:path w="302911" h="462703" extrusionOk="0">
                  <a:moveTo>
                    <a:pt x="140740" y="462655"/>
                  </a:moveTo>
                  <a:cubicBezTo>
                    <a:pt x="129652" y="463361"/>
                    <a:pt x="119693" y="456369"/>
                    <a:pt x="117716" y="446340"/>
                  </a:cubicBezTo>
                  <a:cubicBezTo>
                    <a:pt x="110794" y="411873"/>
                    <a:pt x="93278" y="335312"/>
                    <a:pt x="67569" y="296537"/>
                  </a:cubicBezTo>
                  <a:cubicBezTo>
                    <a:pt x="33739" y="245614"/>
                    <a:pt x="-3483" y="191301"/>
                    <a:pt x="261" y="131832"/>
                  </a:cubicBezTo>
                  <a:cubicBezTo>
                    <a:pt x="3015" y="88325"/>
                    <a:pt x="29501" y="46584"/>
                    <a:pt x="69477" y="22641"/>
                  </a:cubicBezTo>
                  <a:cubicBezTo>
                    <a:pt x="109523" y="-1231"/>
                    <a:pt x="162070" y="-6670"/>
                    <a:pt x="206919" y="8445"/>
                  </a:cubicBezTo>
                  <a:cubicBezTo>
                    <a:pt x="223234" y="13954"/>
                    <a:pt x="238561" y="22005"/>
                    <a:pt x="251274" y="32812"/>
                  </a:cubicBezTo>
                  <a:cubicBezTo>
                    <a:pt x="275075" y="52940"/>
                    <a:pt x="288706" y="81333"/>
                    <a:pt x="296052" y="110220"/>
                  </a:cubicBezTo>
                  <a:cubicBezTo>
                    <a:pt x="308694" y="160154"/>
                    <a:pt x="303750" y="213620"/>
                    <a:pt x="282138" y="260941"/>
                  </a:cubicBezTo>
                  <a:cubicBezTo>
                    <a:pt x="269919" y="287709"/>
                    <a:pt x="252474" y="312641"/>
                    <a:pt x="243858" y="340609"/>
                  </a:cubicBezTo>
                  <a:cubicBezTo>
                    <a:pt x="236018" y="366247"/>
                    <a:pt x="238561" y="411096"/>
                    <a:pt x="240891" y="436664"/>
                  </a:cubicBezTo>
                  <a:cubicBezTo>
                    <a:pt x="241880" y="447399"/>
                    <a:pt x="233051" y="456722"/>
                    <a:pt x="221327" y="457428"/>
                  </a:cubicBezTo>
                  <a:lnTo>
                    <a:pt x="140740" y="462513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204765" y="4536238"/>
              <a:ext cx="162465" cy="244655"/>
            </a:xfrm>
            <a:custGeom>
              <a:avLst/>
              <a:gdLst/>
              <a:ahLst/>
              <a:cxnLst/>
              <a:rect l="l" t="t" r="r" b="b"/>
              <a:pathLst>
                <a:path w="162465" h="244655" extrusionOk="0">
                  <a:moveTo>
                    <a:pt x="72537" y="244656"/>
                  </a:moveTo>
                  <a:cubicBezTo>
                    <a:pt x="75363" y="183421"/>
                    <a:pt x="65687" y="121622"/>
                    <a:pt x="44145" y="64201"/>
                  </a:cubicBezTo>
                  <a:cubicBezTo>
                    <a:pt x="40896" y="55655"/>
                    <a:pt x="37152" y="46756"/>
                    <a:pt x="30090" y="40964"/>
                  </a:cubicBezTo>
                  <a:cubicBezTo>
                    <a:pt x="23027" y="35173"/>
                    <a:pt x="11585" y="33619"/>
                    <a:pt x="5017" y="40046"/>
                  </a:cubicBezTo>
                  <a:cubicBezTo>
                    <a:pt x="1415" y="43577"/>
                    <a:pt x="-68" y="48804"/>
                    <a:pt x="2" y="53819"/>
                  </a:cubicBezTo>
                  <a:cubicBezTo>
                    <a:pt x="214" y="65402"/>
                    <a:pt x="8054" y="75784"/>
                    <a:pt x="17942" y="81787"/>
                  </a:cubicBezTo>
                  <a:cubicBezTo>
                    <a:pt x="27830" y="87791"/>
                    <a:pt x="39483" y="90051"/>
                    <a:pt x="50925" y="91534"/>
                  </a:cubicBezTo>
                  <a:cubicBezTo>
                    <a:pt x="58765" y="92523"/>
                    <a:pt x="67099" y="93159"/>
                    <a:pt x="74232" y="89768"/>
                  </a:cubicBezTo>
                  <a:cubicBezTo>
                    <a:pt x="86734" y="83836"/>
                    <a:pt x="90972" y="68439"/>
                    <a:pt x="93796" y="54878"/>
                  </a:cubicBezTo>
                  <a:cubicBezTo>
                    <a:pt x="95915" y="44849"/>
                    <a:pt x="97964" y="34608"/>
                    <a:pt x="96622" y="24437"/>
                  </a:cubicBezTo>
                  <a:cubicBezTo>
                    <a:pt x="95280" y="14267"/>
                    <a:pt x="89700" y="4096"/>
                    <a:pt x="80307" y="0"/>
                  </a:cubicBezTo>
                  <a:cubicBezTo>
                    <a:pt x="65404" y="17304"/>
                    <a:pt x="65969" y="45838"/>
                    <a:pt x="81507" y="62576"/>
                  </a:cubicBezTo>
                  <a:cubicBezTo>
                    <a:pt x="97046" y="79315"/>
                    <a:pt x="125508" y="81929"/>
                    <a:pt x="143872" y="68368"/>
                  </a:cubicBezTo>
                  <a:cubicBezTo>
                    <a:pt x="162235" y="54808"/>
                    <a:pt x="168027" y="26839"/>
                    <a:pt x="156585" y="7063"/>
                  </a:cubicBezTo>
                  <a:cubicBezTo>
                    <a:pt x="155172" y="4591"/>
                    <a:pt x="152983" y="1977"/>
                    <a:pt x="150158" y="2048"/>
                  </a:cubicBezTo>
                  <a:cubicBezTo>
                    <a:pt x="148180" y="2048"/>
                    <a:pt x="146485" y="3461"/>
                    <a:pt x="145073" y="4803"/>
                  </a:cubicBezTo>
                  <a:cubicBezTo>
                    <a:pt x="130382" y="18999"/>
                    <a:pt x="127274" y="41035"/>
                    <a:pt x="125226" y="61376"/>
                  </a:cubicBezTo>
                  <a:cubicBezTo>
                    <a:pt x="119223" y="122610"/>
                    <a:pt x="116680" y="187023"/>
                    <a:pt x="142389" y="242961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237962" y="4782446"/>
              <a:ext cx="141256" cy="5934"/>
            </a:xfrm>
            <a:custGeom>
              <a:avLst/>
              <a:gdLst/>
              <a:ahLst/>
              <a:cxnLst/>
              <a:rect l="l" t="t" r="r" b="b"/>
              <a:pathLst>
                <a:path w="141256" h="5934" extrusionOk="0">
                  <a:moveTo>
                    <a:pt x="0" y="5934"/>
                  </a:moveTo>
                  <a:cubicBezTo>
                    <a:pt x="46968" y="1909"/>
                    <a:pt x="94077" y="-69"/>
                    <a:pt x="141256" y="2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244177" y="4807380"/>
              <a:ext cx="130662" cy="5156"/>
            </a:xfrm>
            <a:custGeom>
              <a:avLst/>
              <a:gdLst/>
              <a:ahLst/>
              <a:cxnLst/>
              <a:rect l="l" t="t" r="r" b="b"/>
              <a:pathLst>
                <a:path w="130662" h="5156" extrusionOk="0">
                  <a:moveTo>
                    <a:pt x="0" y="5156"/>
                  </a:moveTo>
                  <a:lnTo>
                    <a:pt x="130662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269109" y="4834857"/>
              <a:ext cx="109968" cy="3740"/>
            </a:xfrm>
            <a:custGeom>
              <a:avLst/>
              <a:gdLst/>
              <a:ahLst/>
              <a:cxnLst/>
              <a:rect l="l" t="t" r="r" b="b"/>
              <a:pathLst>
                <a:path w="109968" h="3740" extrusionOk="0">
                  <a:moveTo>
                    <a:pt x="0" y="3741"/>
                  </a:moveTo>
                  <a:cubicBezTo>
                    <a:pt x="36162" y="280"/>
                    <a:pt x="73241" y="-780"/>
                    <a:pt x="109968" y="562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252511" y="4861622"/>
              <a:ext cx="113217" cy="4750"/>
            </a:xfrm>
            <a:custGeom>
              <a:avLst/>
              <a:gdLst/>
              <a:ahLst/>
              <a:cxnLst/>
              <a:rect l="l" t="t" r="r" b="b"/>
              <a:pathLst>
                <a:path w="113217" h="4750" extrusionOk="0">
                  <a:moveTo>
                    <a:pt x="0" y="4096"/>
                  </a:moveTo>
                  <a:cubicBezTo>
                    <a:pt x="37857" y="5721"/>
                    <a:pt x="75996" y="4308"/>
                    <a:pt x="113217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283023" y="4900609"/>
              <a:ext cx="82633" cy="50140"/>
            </a:xfrm>
            <a:custGeom>
              <a:avLst/>
              <a:gdLst/>
              <a:ahLst/>
              <a:cxnLst/>
              <a:rect l="l" t="t" r="r" b="b"/>
              <a:pathLst>
                <a:path w="82633" h="50140" extrusionOk="0">
                  <a:moveTo>
                    <a:pt x="0" y="7840"/>
                  </a:moveTo>
                  <a:cubicBezTo>
                    <a:pt x="1766" y="21118"/>
                    <a:pt x="4238" y="35879"/>
                    <a:pt x="14761" y="44143"/>
                  </a:cubicBezTo>
                  <a:cubicBezTo>
                    <a:pt x="26203" y="53113"/>
                    <a:pt x="42942" y="50852"/>
                    <a:pt x="56220" y="44990"/>
                  </a:cubicBezTo>
                  <a:cubicBezTo>
                    <a:pt x="65049" y="41106"/>
                    <a:pt x="73524" y="35526"/>
                    <a:pt x="78539" y="27262"/>
                  </a:cubicBezTo>
                  <a:cubicBezTo>
                    <a:pt x="83553" y="18999"/>
                    <a:pt x="84401" y="7699"/>
                    <a:pt x="78609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5981441" y="4729830"/>
              <a:ext cx="80868" cy="47956"/>
            </a:xfrm>
            <a:custGeom>
              <a:avLst/>
              <a:gdLst/>
              <a:ahLst/>
              <a:cxnLst/>
              <a:rect l="l" t="t" r="r" b="b"/>
              <a:pathLst>
                <a:path w="80868" h="47956" extrusionOk="0">
                  <a:moveTo>
                    <a:pt x="0" y="47956"/>
                  </a:moveTo>
                  <a:cubicBezTo>
                    <a:pt x="26627" y="31430"/>
                    <a:pt x="53607" y="15397"/>
                    <a:pt x="80869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932213" y="4591823"/>
              <a:ext cx="84330" cy="7486"/>
            </a:xfrm>
            <a:custGeom>
              <a:avLst/>
              <a:gdLst/>
              <a:ahLst/>
              <a:cxnLst/>
              <a:rect l="l" t="t" r="r" b="b"/>
              <a:pathLst>
                <a:path w="84330" h="7486" extrusionOk="0">
                  <a:moveTo>
                    <a:pt x="0" y="7487"/>
                  </a:moveTo>
                  <a:lnTo>
                    <a:pt x="84330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979110" y="4302529"/>
              <a:ext cx="85954" cy="51629"/>
            </a:xfrm>
            <a:custGeom>
              <a:avLst/>
              <a:gdLst/>
              <a:ahLst/>
              <a:cxnLst/>
              <a:rect l="l" t="t" r="r" b="b"/>
              <a:pathLst>
                <a:path w="85954" h="51629" extrusionOk="0">
                  <a:moveTo>
                    <a:pt x="85954" y="51629"/>
                  </a:moveTo>
                  <a:cubicBezTo>
                    <a:pt x="56432" y="35950"/>
                    <a:pt x="27686" y="18717"/>
                    <a:pt x="0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260182" y="4153080"/>
              <a:ext cx="7019" cy="103187"/>
            </a:xfrm>
            <a:custGeom>
              <a:avLst/>
              <a:gdLst/>
              <a:ahLst/>
              <a:cxnLst/>
              <a:rect l="l" t="t" r="r" b="b"/>
              <a:pathLst>
                <a:path w="7019" h="103187" extrusionOk="0">
                  <a:moveTo>
                    <a:pt x="7020" y="103188"/>
                  </a:moveTo>
                  <a:cubicBezTo>
                    <a:pt x="1017" y="69216"/>
                    <a:pt x="-1173" y="34537"/>
                    <a:pt x="593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450059" y="4228511"/>
              <a:ext cx="68368" cy="90969"/>
            </a:xfrm>
            <a:custGeom>
              <a:avLst/>
              <a:gdLst/>
              <a:ahLst/>
              <a:cxnLst/>
              <a:rect l="l" t="t" r="r" b="b"/>
              <a:pathLst>
                <a:path w="68368" h="90969" extrusionOk="0">
                  <a:moveTo>
                    <a:pt x="0" y="90969"/>
                  </a:moveTo>
                  <a:lnTo>
                    <a:pt x="68368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532270" y="4394417"/>
              <a:ext cx="102340" cy="33195"/>
            </a:xfrm>
            <a:custGeom>
              <a:avLst/>
              <a:gdLst/>
              <a:ahLst/>
              <a:cxnLst/>
              <a:rect l="l" t="t" r="r" b="b"/>
              <a:pathLst>
                <a:path w="102340" h="33195" extrusionOk="0">
                  <a:moveTo>
                    <a:pt x="0" y="33195"/>
                  </a:moveTo>
                  <a:cubicBezTo>
                    <a:pt x="19776" y="29805"/>
                    <a:pt x="38775" y="22954"/>
                    <a:pt x="57703" y="16103"/>
                  </a:cubicBezTo>
                  <a:lnTo>
                    <a:pt x="102340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565395" y="4557475"/>
              <a:ext cx="81579" cy="4259"/>
            </a:xfrm>
            <a:custGeom>
              <a:avLst/>
              <a:gdLst/>
              <a:ahLst/>
              <a:cxnLst/>
              <a:rect l="l" t="t" r="r" b="b"/>
              <a:pathLst>
                <a:path w="81579" h="4259" extrusionOk="0">
                  <a:moveTo>
                    <a:pt x="0" y="4260"/>
                  </a:moveTo>
                  <a:lnTo>
                    <a:pt x="78397" y="2776"/>
                  </a:lnTo>
                  <a:cubicBezTo>
                    <a:pt x="79598" y="2776"/>
                    <a:pt x="81010" y="2565"/>
                    <a:pt x="81505" y="1505"/>
                  </a:cubicBezTo>
                  <a:cubicBezTo>
                    <a:pt x="81999" y="446"/>
                    <a:pt x="79881" y="-684"/>
                    <a:pt x="79739" y="516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548585" y="4692892"/>
              <a:ext cx="97325" cy="45272"/>
            </a:xfrm>
            <a:custGeom>
              <a:avLst/>
              <a:gdLst/>
              <a:ahLst/>
              <a:cxnLst/>
              <a:rect l="l" t="t" r="r" b="b"/>
              <a:pathLst>
                <a:path w="97325" h="45272" extrusionOk="0">
                  <a:moveTo>
                    <a:pt x="0" y="0"/>
                  </a:moveTo>
                  <a:cubicBezTo>
                    <a:pt x="33336" y="13137"/>
                    <a:pt x="65826" y="28251"/>
                    <a:pt x="97325" y="45273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" name="Google Shape;67;p2"/>
          <p:cNvGrpSpPr/>
          <p:nvPr/>
        </p:nvGrpSpPr>
        <p:grpSpPr>
          <a:xfrm>
            <a:off x="9333494" y="5206218"/>
            <a:ext cx="718538" cy="497904"/>
            <a:chOff x="9711053" y="4291818"/>
            <a:chExt cx="718538" cy="497904"/>
          </a:xfrm>
        </p:grpSpPr>
        <p:sp>
          <p:nvSpPr>
            <p:cNvPr id="68" name="Google Shape;68;p2"/>
            <p:cNvSpPr/>
            <p:nvPr/>
          </p:nvSpPr>
          <p:spPr>
            <a:xfrm>
              <a:off x="9711053" y="4291818"/>
              <a:ext cx="718538" cy="497904"/>
            </a:xfrm>
            <a:custGeom>
              <a:avLst/>
              <a:gdLst/>
              <a:ahLst/>
              <a:cxnLst/>
              <a:rect l="l" t="t" r="r" b="b"/>
              <a:pathLst>
                <a:path w="718538" h="497904" extrusionOk="0">
                  <a:moveTo>
                    <a:pt x="269710" y="428548"/>
                  </a:moveTo>
                  <a:cubicBezTo>
                    <a:pt x="180366" y="420213"/>
                    <a:pt x="97519" y="388713"/>
                    <a:pt x="44336" y="316390"/>
                  </a:cubicBezTo>
                  <a:cubicBezTo>
                    <a:pt x="-62948" y="170543"/>
                    <a:pt x="55777" y="74700"/>
                    <a:pt x="74706" y="59445"/>
                  </a:cubicBezTo>
                  <a:cubicBezTo>
                    <a:pt x="126970" y="17279"/>
                    <a:pt x="280940" y="-18459"/>
                    <a:pt x="534778" y="10499"/>
                  </a:cubicBezTo>
                  <a:cubicBezTo>
                    <a:pt x="570304" y="14525"/>
                    <a:pt x="702096" y="55560"/>
                    <a:pt x="717563" y="186222"/>
                  </a:cubicBezTo>
                  <a:cubicBezTo>
                    <a:pt x="721590" y="220477"/>
                    <a:pt x="724697" y="412586"/>
                    <a:pt x="475097" y="434975"/>
                  </a:cubicBezTo>
                  <a:cubicBezTo>
                    <a:pt x="453485" y="436882"/>
                    <a:pt x="431802" y="437588"/>
                    <a:pt x="410401" y="440696"/>
                  </a:cubicBezTo>
                  <a:cubicBezTo>
                    <a:pt x="360538" y="447900"/>
                    <a:pt x="313712" y="469865"/>
                    <a:pt x="271758" y="497904"/>
                  </a:cubicBezTo>
                  <a:cubicBezTo>
                    <a:pt x="272818" y="473184"/>
                    <a:pt x="265684" y="448535"/>
                    <a:pt x="269781" y="42854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59283" y="4392752"/>
              <a:ext cx="426806" cy="10987"/>
            </a:xfrm>
            <a:custGeom>
              <a:avLst/>
              <a:gdLst/>
              <a:ahLst/>
              <a:cxnLst/>
              <a:rect l="l" t="t" r="r" b="b"/>
              <a:pathLst>
                <a:path w="426806" h="10987" extrusionOk="0">
                  <a:moveTo>
                    <a:pt x="0" y="10987"/>
                  </a:moveTo>
                  <a:cubicBezTo>
                    <a:pt x="142033" y="1735"/>
                    <a:pt x="284491" y="-1655"/>
                    <a:pt x="426807" y="746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9859283" y="4441526"/>
              <a:ext cx="441991" cy="20129"/>
            </a:xfrm>
            <a:custGeom>
              <a:avLst/>
              <a:gdLst/>
              <a:ahLst/>
              <a:cxnLst/>
              <a:rect l="l" t="t" r="r" b="b"/>
              <a:pathLst>
                <a:path w="441991" h="20129" extrusionOk="0">
                  <a:moveTo>
                    <a:pt x="0" y="20129"/>
                  </a:moveTo>
                  <a:cubicBezTo>
                    <a:pt x="147119" y="10100"/>
                    <a:pt x="294520" y="3390"/>
                    <a:pt x="441992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9861119" y="4501701"/>
              <a:ext cx="440861" cy="18433"/>
            </a:xfrm>
            <a:custGeom>
              <a:avLst/>
              <a:gdLst/>
              <a:ahLst/>
              <a:cxnLst/>
              <a:rect l="l" t="t" r="r" b="b"/>
              <a:pathLst>
                <a:path w="440861" h="18433" extrusionOk="0">
                  <a:moveTo>
                    <a:pt x="0" y="18434"/>
                  </a:moveTo>
                  <a:cubicBezTo>
                    <a:pt x="146766" y="9040"/>
                    <a:pt x="293813" y="2896"/>
                    <a:pt x="440862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9861966" y="4555943"/>
              <a:ext cx="447076" cy="24932"/>
            </a:xfrm>
            <a:custGeom>
              <a:avLst/>
              <a:gdLst/>
              <a:ahLst/>
              <a:cxnLst/>
              <a:rect l="l" t="t" r="r" b="b"/>
              <a:pathLst>
                <a:path w="447076" h="24932" extrusionOk="0">
                  <a:moveTo>
                    <a:pt x="0" y="24932"/>
                  </a:moveTo>
                  <a:cubicBezTo>
                    <a:pt x="148390" y="8264"/>
                    <a:pt x="297769" y="-70"/>
                    <a:pt x="447077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2"/>
          <p:cNvGrpSpPr/>
          <p:nvPr/>
        </p:nvGrpSpPr>
        <p:grpSpPr>
          <a:xfrm>
            <a:off x="10412711" y="4663833"/>
            <a:ext cx="757664" cy="739072"/>
            <a:chOff x="2714053" y="3696339"/>
            <a:chExt cx="757664" cy="739072"/>
          </a:xfrm>
        </p:grpSpPr>
        <p:sp>
          <p:nvSpPr>
            <p:cNvPr id="74" name="Google Shape;74;p2"/>
            <p:cNvSpPr/>
            <p:nvPr/>
          </p:nvSpPr>
          <p:spPr>
            <a:xfrm>
              <a:off x="2764821" y="3749611"/>
              <a:ext cx="656844" cy="658272"/>
            </a:xfrm>
            <a:custGeom>
              <a:avLst/>
              <a:gdLst/>
              <a:ahLst/>
              <a:cxnLst/>
              <a:rect l="l" t="t" r="r" b="b"/>
              <a:pathLst>
                <a:path w="656844" h="658272" extrusionOk="0">
                  <a:moveTo>
                    <a:pt x="95" y="463487"/>
                  </a:moveTo>
                  <a:cubicBezTo>
                    <a:pt x="139160" y="292227"/>
                    <a:pt x="347758" y="183737"/>
                    <a:pt x="469773" y="0"/>
                  </a:cubicBezTo>
                  <a:cubicBezTo>
                    <a:pt x="523589" y="65437"/>
                    <a:pt x="586835" y="123063"/>
                    <a:pt x="656844" y="170783"/>
                  </a:cubicBezTo>
                  <a:cubicBezTo>
                    <a:pt x="553498" y="273367"/>
                    <a:pt x="466725" y="392239"/>
                    <a:pt x="358045" y="489204"/>
                  </a:cubicBezTo>
                  <a:cubicBezTo>
                    <a:pt x="297371" y="543306"/>
                    <a:pt x="229171" y="591312"/>
                    <a:pt x="183071" y="658273"/>
                  </a:cubicBezTo>
                  <a:cubicBezTo>
                    <a:pt x="178308" y="633127"/>
                    <a:pt x="158115" y="613886"/>
                    <a:pt x="136970" y="599504"/>
                  </a:cubicBezTo>
                  <a:cubicBezTo>
                    <a:pt x="115824" y="585121"/>
                    <a:pt x="92297" y="573786"/>
                    <a:pt x="74295" y="555593"/>
                  </a:cubicBezTo>
                  <a:cubicBezTo>
                    <a:pt x="45529" y="526352"/>
                    <a:pt x="31052" y="479965"/>
                    <a:pt x="0" y="463487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209924" y="3793140"/>
              <a:ext cx="168783" cy="169544"/>
            </a:xfrm>
            <a:custGeom>
              <a:avLst/>
              <a:gdLst/>
              <a:ahLst/>
              <a:cxnLst/>
              <a:rect l="l" t="t" r="r" b="b"/>
              <a:pathLst>
                <a:path w="168783" h="169544" extrusionOk="0">
                  <a:moveTo>
                    <a:pt x="0" y="0"/>
                  </a:moveTo>
                  <a:cubicBezTo>
                    <a:pt x="3810" y="12382"/>
                    <a:pt x="14954" y="20764"/>
                    <a:pt x="25241" y="28670"/>
                  </a:cubicBezTo>
                  <a:cubicBezTo>
                    <a:pt x="55816" y="52292"/>
                    <a:pt x="83820" y="79248"/>
                    <a:pt x="111633" y="106108"/>
                  </a:cubicBezTo>
                  <a:cubicBezTo>
                    <a:pt x="125349" y="119348"/>
                    <a:pt x="139160" y="132683"/>
                    <a:pt x="149257" y="148780"/>
                  </a:cubicBezTo>
                  <a:cubicBezTo>
                    <a:pt x="154400" y="157067"/>
                    <a:pt x="159544" y="166688"/>
                    <a:pt x="168783" y="169545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817303" y="3835526"/>
              <a:ext cx="427100" cy="432720"/>
            </a:xfrm>
            <a:custGeom>
              <a:avLst/>
              <a:gdLst/>
              <a:ahLst/>
              <a:cxnLst/>
              <a:rect l="l" t="t" r="r" b="b"/>
              <a:pathLst>
                <a:path w="427100" h="432720" extrusionOk="0">
                  <a:moveTo>
                    <a:pt x="0" y="432721"/>
                  </a:moveTo>
                  <a:lnTo>
                    <a:pt x="42710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898933" y="3900677"/>
              <a:ext cx="418433" cy="438054"/>
            </a:xfrm>
            <a:custGeom>
              <a:avLst/>
              <a:gdLst/>
              <a:ahLst/>
              <a:cxnLst/>
              <a:rect l="l" t="t" r="r" b="b"/>
              <a:pathLst>
                <a:path w="418433" h="438054" extrusionOk="0">
                  <a:moveTo>
                    <a:pt x="0" y="438055"/>
                  </a:moveTo>
                  <a:lnTo>
                    <a:pt x="418433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232975" y="3696339"/>
              <a:ext cx="238742" cy="223959"/>
            </a:xfrm>
            <a:custGeom>
              <a:avLst/>
              <a:gdLst/>
              <a:ahLst/>
              <a:cxnLst/>
              <a:rect l="l" t="t" r="r" b="b"/>
              <a:pathLst>
                <a:path w="238742" h="223959" extrusionOk="0">
                  <a:moveTo>
                    <a:pt x="0" y="56225"/>
                  </a:moveTo>
                  <a:cubicBezTo>
                    <a:pt x="12478" y="28507"/>
                    <a:pt x="41529" y="11457"/>
                    <a:pt x="70961" y="4313"/>
                  </a:cubicBezTo>
                  <a:cubicBezTo>
                    <a:pt x="116681" y="-6736"/>
                    <a:pt x="168402" y="3361"/>
                    <a:pt x="202597" y="35555"/>
                  </a:cubicBezTo>
                  <a:cubicBezTo>
                    <a:pt x="236791" y="67750"/>
                    <a:pt x="249746" y="122614"/>
                    <a:pt x="228219" y="164428"/>
                  </a:cubicBezTo>
                  <a:cubicBezTo>
                    <a:pt x="216884" y="186431"/>
                    <a:pt x="197739" y="203386"/>
                    <a:pt x="184023" y="22396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714053" y="4208621"/>
              <a:ext cx="240982" cy="226790"/>
            </a:xfrm>
            <a:custGeom>
              <a:avLst/>
              <a:gdLst/>
              <a:ahLst/>
              <a:cxnLst/>
              <a:rect l="l" t="t" r="r" b="b"/>
              <a:pathLst>
                <a:path w="240982" h="226790" extrusionOk="0">
                  <a:moveTo>
                    <a:pt x="49244" y="0"/>
                  </a:moveTo>
                  <a:cubicBezTo>
                    <a:pt x="39910" y="77343"/>
                    <a:pt x="38671" y="159067"/>
                    <a:pt x="0" y="226790"/>
                  </a:cubicBezTo>
                  <a:lnTo>
                    <a:pt x="190310" y="209359"/>
                  </a:lnTo>
                  <a:cubicBezTo>
                    <a:pt x="207550" y="207740"/>
                    <a:pt x="225266" y="206121"/>
                    <a:pt x="240982" y="198787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719577" y="4345971"/>
              <a:ext cx="107822" cy="89439"/>
            </a:xfrm>
            <a:custGeom>
              <a:avLst/>
              <a:gdLst/>
              <a:ahLst/>
              <a:cxnLst/>
              <a:rect l="l" t="t" r="r" b="b"/>
              <a:pathLst>
                <a:path w="107822" h="89439" extrusionOk="0">
                  <a:moveTo>
                    <a:pt x="26289" y="0"/>
                  </a:moveTo>
                  <a:cubicBezTo>
                    <a:pt x="14859" y="28575"/>
                    <a:pt x="11430" y="60770"/>
                    <a:pt x="0" y="89440"/>
                  </a:cubicBezTo>
                  <a:cubicBezTo>
                    <a:pt x="13430" y="84868"/>
                    <a:pt x="22955" y="85249"/>
                    <a:pt x="37052" y="84296"/>
                  </a:cubicBezTo>
                  <a:cubicBezTo>
                    <a:pt x="62198" y="82582"/>
                    <a:pt x="82486" y="76010"/>
                    <a:pt x="107823" y="76010"/>
                  </a:cubicBezTo>
                  <a:cubicBezTo>
                    <a:pt x="86582" y="57150"/>
                    <a:pt x="73914" y="49911"/>
                    <a:pt x="59436" y="35338"/>
                  </a:cubicBezTo>
                  <a:cubicBezTo>
                    <a:pt x="49149" y="25051"/>
                    <a:pt x="41719" y="14383"/>
                    <a:pt x="26384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9377004" y="837727"/>
            <a:ext cx="679947" cy="652506"/>
            <a:chOff x="3896486" y="3679569"/>
            <a:chExt cx="792294" cy="760319"/>
          </a:xfrm>
        </p:grpSpPr>
        <p:sp>
          <p:nvSpPr>
            <p:cNvPr id="82" name="Google Shape;82;p2"/>
            <p:cNvSpPr/>
            <p:nvPr/>
          </p:nvSpPr>
          <p:spPr>
            <a:xfrm>
              <a:off x="4023740" y="3792188"/>
              <a:ext cx="549116" cy="527138"/>
            </a:xfrm>
            <a:custGeom>
              <a:avLst/>
              <a:gdLst/>
              <a:ahLst/>
              <a:cxnLst/>
              <a:rect l="l" t="t" r="r" b="b"/>
              <a:pathLst>
                <a:path w="549116" h="527138" extrusionOk="0">
                  <a:moveTo>
                    <a:pt x="356330" y="0"/>
                  </a:moveTo>
                  <a:cubicBezTo>
                    <a:pt x="314420" y="41720"/>
                    <a:pt x="272034" y="83058"/>
                    <a:pt x="229267" y="123920"/>
                  </a:cubicBezTo>
                  <a:cubicBezTo>
                    <a:pt x="225457" y="127635"/>
                    <a:pt x="221266" y="131445"/>
                    <a:pt x="216122" y="132588"/>
                  </a:cubicBezTo>
                  <a:cubicBezTo>
                    <a:pt x="209740" y="134017"/>
                    <a:pt x="203263" y="131064"/>
                    <a:pt x="197263" y="128397"/>
                  </a:cubicBezTo>
                  <a:cubicBezTo>
                    <a:pt x="163449" y="113443"/>
                    <a:pt x="125635" y="105632"/>
                    <a:pt x="89154" y="111633"/>
                  </a:cubicBezTo>
                  <a:cubicBezTo>
                    <a:pt x="52673" y="117634"/>
                    <a:pt x="17812" y="138684"/>
                    <a:pt x="0" y="171069"/>
                  </a:cubicBezTo>
                  <a:lnTo>
                    <a:pt x="236220" y="393478"/>
                  </a:lnTo>
                  <a:cubicBezTo>
                    <a:pt x="274606" y="429673"/>
                    <a:pt x="313372" y="466154"/>
                    <a:pt x="343662" y="509302"/>
                  </a:cubicBezTo>
                  <a:cubicBezTo>
                    <a:pt x="348234" y="515779"/>
                    <a:pt x="352996" y="522732"/>
                    <a:pt x="360331" y="525685"/>
                  </a:cubicBezTo>
                  <a:cubicBezTo>
                    <a:pt x="375095" y="531590"/>
                    <a:pt x="390430" y="518446"/>
                    <a:pt x="399193" y="505206"/>
                  </a:cubicBezTo>
                  <a:cubicBezTo>
                    <a:pt x="435959" y="449485"/>
                    <a:pt x="430911" y="369570"/>
                    <a:pt x="387287" y="318992"/>
                  </a:cubicBezTo>
                  <a:cubicBezTo>
                    <a:pt x="441293" y="274320"/>
                    <a:pt x="495205" y="229457"/>
                    <a:pt x="549116" y="184499"/>
                  </a:cubicBezTo>
                  <a:cubicBezTo>
                    <a:pt x="487204" y="117729"/>
                    <a:pt x="422243" y="53816"/>
                    <a:pt x="356425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4372260" y="3679569"/>
              <a:ext cx="316520" cy="306768"/>
            </a:xfrm>
            <a:custGeom>
              <a:avLst/>
              <a:gdLst/>
              <a:ahLst/>
              <a:cxnLst/>
              <a:rect l="l" t="t" r="r" b="b"/>
              <a:pathLst>
                <a:path w="316520" h="306768" extrusionOk="0">
                  <a:moveTo>
                    <a:pt x="7429" y="113857"/>
                  </a:moveTo>
                  <a:cubicBezTo>
                    <a:pt x="3048" y="94998"/>
                    <a:pt x="-1334" y="75757"/>
                    <a:pt x="381" y="56422"/>
                  </a:cubicBezTo>
                  <a:cubicBezTo>
                    <a:pt x="2095" y="37086"/>
                    <a:pt x="10763" y="17464"/>
                    <a:pt x="27241" y="7273"/>
                  </a:cubicBezTo>
                  <a:cubicBezTo>
                    <a:pt x="52768" y="-8634"/>
                    <a:pt x="87630" y="3558"/>
                    <a:pt x="109251" y="24513"/>
                  </a:cubicBezTo>
                  <a:cubicBezTo>
                    <a:pt x="138302" y="52611"/>
                    <a:pt x="255841" y="139765"/>
                    <a:pt x="294513" y="203011"/>
                  </a:cubicBezTo>
                  <a:cubicBezTo>
                    <a:pt x="306895" y="223299"/>
                    <a:pt x="327660" y="259399"/>
                    <a:pt x="309181" y="277973"/>
                  </a:cubicBezTo>
                  <a:cubicBezTo>
                    <a:pt x="282892" y="304262"/>
                    <a:pt x="235362" y="314073"/>
                    <a:pt x="200501" y="30102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896486" y="4104608"/>
              <a:ext cx="354806" cy="335280"/>
            </a:xfrm>
            <a:custGeom>
              <a:avLst/>
              <a:gdLst/>
              <a:ahLst/>
              <a:cxnLst/>
              <a:rect l="l" t="t" r="r" b="b"/>
              <a:pathLst>
                <a:path w="354806" h="335280" extrusionOk="0">
                  <a:moveTo>
                    <a:pt x="277463" y="0"/>
                  </a:moveTo>
                  <a:cubicBezTo>
                    <a:pt x="192786" y="114205"/>
                    <a:pt x="95917" y="230410"/>
                    <a:pt x="0" y="335280"/>
                  </a:cubicBezTo>
                  <a:cubicBezTo>
                    <a:pt x="129540" y="257842"/>
                    <a:pt x="243554" y="174784"/>
                    <a:pt x="354806" y="72771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284249" y="3882485"/>
              <a:ext cx="66484" cy="74961"/>
            </a:xfrm>
            <a:custGeom>
              <a:avLst/>
              <a:gdLst/>
              <a:ahLst/>
              <a:cxnLst/>
              <a:rect l="l" t="t" r="r" b="b"/>
              <a:pathLst>
                <a:path w="66484" h="74961" extrusionOk="0">
                  <a:moveTo>
                    <a:pt x="0" y="74962"/>
                  </a:moveTo>
                  <a:cubicBezTo>
                    <a:pt x="16859" y="45911"/>
                    <a:pt x="39624" y="20288"/>
                    <a:pt x="66484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2"/>
          <p:cNvGrpSpPr/>
          <p:nvPr/>
        </p:nvGrpSpPr>
        <p:grpSpPr>
          <a:xfrm rot="742108">
            <a:off x="3384135" y="987825"/>
            <a:ext cx="741052" cy="743051"/>
            <a:chOff x="7970244" y="-543333"/>
            <a:chExt cx="741045" cy="743044"/>
          </a:xfrm>
        </p:grpSpPr>
        <p:sp>
          <p:nvSpPr>
            <p:cNvPr id="87" name="Google Shape;87;p2"/>
            <p:cNvSpPr/>
            <p:nvPr/>
          </p:nvSpPr>
          <p:spPr>
            <a:xfrm>
              <a:off x="8025585" y="-541714"/>
              <a:ext cx="684847" cy="707802"/>
            </a:xfrm>
            <a:custGeom>
              <a:avLst/>
              <a:gdLst/>
              <a:ahLst/>
              <a:cxnLst/>
              <a:rect l="l" t="t" r="r" b="b"/>
              <a:pathLst>
                <a:path w="684847" h="707802" extrusionOk="0">
                  <a:moveTo>
                    <a:pt x="212027" y="376333"/>
                  </a:moveTo>
                  <a:lnTo>
                    <a:pt x="169355" y="534924"/>
                  </a:lnTo>
                  <a:cubicBezTo>
                    <a:pt x="196691" y="530161"/>
                    <a:pt x="216789" y="507873"/>
                    <a:pt x="238125" y="490157"/>
                  </a:cubicBezTo>
                  <a:cubicBezTo>
                    <a:pt x="259461" y="472440"/>
                    <a:pt x="289656" y="458153"/>
                    <a:pt x="313944" y="471487"/>
                  </a:cubicBezTo>
                  <a:cubicBezTo>
                    <a:pt x="390525" y="542163"/>
                    <a:pt x="458914" y="621602"/>
                    <a:pt x="517493" y="707803"/>
                  </a:cubicBezTo>
                  <a:cubicBezTo>
                    <a:pt x="500158" y="645319"/>
                    <a:pt x="517589" y="579120"/>
                    <a:pt x="535305" y="516731"/>
                  </a:cubicBezTo>
                  <a:cubicBezTo>
                    <a:pt x="584073" y="344233"/>
                    <a:pt x="634460" y="172117"/>
                    <a:pt x="684848" y="0"/>
                  </a:cubicBezTo>
                  <a:cubicBezTo>
                    <a:pt x="522161" y="68675"/>
                    <a:pt x="350806" y="113919"/>
                    <a:pt x="180118" y="158972"/>
                  </a:cubicBezTo>
                  <a:lnTo>
                    <a:pt x="0" y="206502"/>
                  </a:lnTo>
                  <a:cubicBezTo>
                    <a:pt x="83534" y="240316"/>
                    <a:pt x="155639" y="301466"/>
                    <a:pt x="212027" y="37633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8239326" y="-543333"/>
              <a:ext cx="471963" cy="480440"/>
            </a:xfrm>
            <a:custGeom>
              <a:avLst/>
              <a:gdLst/>
              <a:ahLst/>
              <a:cxnLst/>
              <a:rect l="l" t="t" r="r" b="b"/>
              <a:pathLst>
                <a:path w="471963" h="480440" extrusionOk="0">
                  <a:moveTo>
                    <a:pt x="0" y="371380"/>
                  </a:moveTo>
                  <a:cubicBezTo>
                    <a:pt x="156210" y="246221"/>
                    <a:pt x="313563" y="122396"/>
                    <a:pt x="471964" y="0"/>
                  </a:cubicBezTo>
                  <a:cubicBezTo>
                    <a:pt x="355282" y="162877"/>
                    <a:pt x="238506" y="325850"/>
                    <a:pt x="110966" y="480441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7970244" y="166945"/>
              <a:ext cx="47815" cy="32766"/>
            </a:xfrm>
            <a:custGeom>
              <a:avLst/>
              <a:gdLst/>
              <a:ahLst/>
              <a:cxnLst/>
              <a:rect l="l" t="t" r="r" b="b"/>
              <a:pathLst>
                <a:path w="47815" h="32766" extrusionOk="0">
                  <a:moveTo>
                    <a:pt x="0" y="32766"/>
                  </a:moveTo>
                  <a:lnTo>
                    <a:pt x="47816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8088640" y="33595"/>
              <a:ext cx="52863" cy="52863"/>
            </a:xfrm>
            <a:custGeom>
              <a:avLst/>
              <a:gdLst/>
              <a:ahLst/>
              <a:cxnLst/>
              <a:rect l="l" t="t" r="r" b="b"/>
              <a:pathLst>
                <a:path w="52863" h="52863" extrusionOk="0">
                  <a:moveTo>
                    <a:pt x="0" y="52864"/>
                  </a:moveTo>
                  <a:lnTo>
                    <a:pt x="52864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2"/>
          <p:cNvSpPr/>
          <p:nvPr/>
        </p:nvSpPr>
        <p:spPr>
          <a:xfrm rot="-459229">
            <a:off x="5457546" y="5282478"/>
            <a:ext cx="882966" cy="5272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2"/>
          <p:cNvGrpSpPr/>
          <p:nvPr/>
        </p:nvGrpSpPr>
        <p:grpSpPr>
          <a:xfrm rot="-1479810">
            <a:off x="5604310" y="5220668"/>
            <a:ext cx="735272" cy="651165"/>
            <a:chOff x="3116097" y="-1477902"/>
            <a:chExt cx="735251" cy="651147"/>
          </a:xfrm>
        </p:grpSpPr>
        <p:sp>
          <p:nvSpPr>
            <p:cNvPr id="93" name="Google Shape;93;p2"/>
            <p:cNvSpPr/>
            <p:nvPr/>
          </p:nvSpPr>
          <p:spPr>
            <a:xfrm>
              <a:off x="3116097" y="-1477902"/>
              <a:ext cx="612260" cy="559814"/>
            </a:xfrm>
            <a:custGeom>
              <a:avLst/>
              <a:gdLst/>
              <a:ahLst/>
              <a:cxnLst/>
              <a:rect l="l" t="t" r="r" b="b"/>
              <a:pathLst>
                <a:path w="612260" h="559814" extrusionOk="0">
                  <a:moveTo>
                    <a:pt x="583519" y="8073"/>
                  </a:moveTo>
                  <a:cubicBezTo>
                    <a:pt x="550562" y="-6786"/>
                    <a:pt x="511319" y="548"/>
                    <a:pt x="478839" y="16455"/>
                  </a:cubicBezTo>
                  <a:cubicBezTo>
                    <a:pt x="446359" y="32361"/>
                    <a:pt x="418450" y="56079"/>
                    <a:pt x="388161" y="75795"/>
                  </a:cubicBezTo>
                  <a:cubicBezTo>
                    <a:pt x="330344" y="113514"/>
                    <a:pt x="263193" y="136946"/>
                    <a:pt x="194518" y="143328"/>
                  </a:cubicBezTo>
                  <a:cubicBezTo>
                    <a:pt x="140797" y="148281"/>
                    <a:pt x="80789" y="145137"/>
                    <a:pt x="40403" y="180761"/>
                  </a:cubicBezTo>
                  <a:cubicBezTo>
                    <a:pt x="5065" y="212098"/>
                    <a:pt x="-3317" y="264390"/>
                    <a:pt x="1065" y="311349"/>
                  </a:cubicBezTo>
                  <a:cubicBezTo>
                    <a:pt x="3541" y="337066"/>
                    <a:pt x="9637" y="363736"/>
                    <a:pt x="26401" y="383453"/>
                  </a:cubicBezTo>
                  <a:cubicBezTo>
                    <a:pt x="53071" y="414790"/>
                    <a:pt x="99077" y="420791"/>
                    <a:pt x="140035" y="417457"/>
                  </a:cubicBezTo>
                  <a:cubicBezTo>
                    <a:pt x="180992" y="414123"/>
                    <a:pt x="222235" y="403836"/>
                    <a:pt x="262717" y="411075"/>
                  </a:cubicBezTo>
                  <a:cubicBezTo>
                    <a:pt x="324534" y="422124"/>
                    <a:pt x="371016" y="471083"/>
                    <a:pt x="420641" y="509564"/>
                  </a:cubicBezTo>
                  <a:cubicBezTo>
                    <a:pt x="470266" y="548045"/>
                    <a:pt x="539418" y="577953"/>
                    <a:pt x="593901" y="546902"/>
                  </a:cubicBezTo>
                  <a:cubicBezTo>
                    <a:pt x="599521" y="543663"/>
                    <a:pt x="604950" y="539758"/>
                    <a:pt x="608284" y="534138"/>
                  </a:cubicBezTo>
                  <a:cubicBezTo>
                    <a:pt x="614189" y="524232"/>
                    <a:pt x="612284" y="511850"/>
                    <a:pt x="610379" y="500515"/>
                  </a:cubicBezTo>
                  <a:cubicBezTo>
                    <a:pt x="587805" y="367832"/>
                    <a:pt x="584471" y="231910"/>
                    <a:pt x="600664" y="98274"/>
                  </a:cubicBezTo>
                  <a:cubicBezTo>
                    <a:pt x="603807" y="72271"/>
                    <a:pt x="606950" y="43315"/>
                    <a:pt x="583328" y="816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3609033" y="-1465067"/>
              <a:ext cx="4571" cy="532066"/>
            </a:xfrm>
            <a:custGeom>
              <a:avLst/>
              <a:gdLst/>
              <a:ahLst/>
              <a:cxnLst/>
              <a:rect l="l" t="t" r="r" b="b"/>
              <a:pathLst>
                <a:path w="4571" h="532066" extrusionOk="0">
                  <a:moveTo>
                    <a:pt x="0" y="0"/>
                  </a:moveTo>
                  <a:lnTo>
                    <a:pt x="4572" y="53206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383481" y="-1344004"/>
              <a:ext cx="6393" cy="277177"/>
            </a:xfrm>
            <a:custGeom>
              <a:avLst/>
              <a:gdLst/>
              <a:ahLst/>
              <a:cxnLst/>
              <a:rect l="l" t="t" r="r" b="b"/>
              <a:pathLst>
                <a:path w="6393" h="277177" extrusionOk="0">
                  <a:moveTo>
                    <a:pt x="6382" y="0"/>
                  </a:moveTo>
                  <a:cubicBezTo>
                    <a:pt x="6572" y="92393"/>
                    <a:pt x="4477" y="184880"/>
                    <a:pt x="0" y="277178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3292327" y="-1335051"/>
              <a:ext cx="7696" cy="268223"/>
            </a:xfrm>
            <a:custGeom>
              <a:avLst/>
              <a:gdLst/>
              <a:ahLst/>
              <a:cxnLst/>
              <a:rect l="l" t="t" r="r" b="b"/>
              <a:pathLst>
                <a:path w="7696" h="268223" extrusionOk="0">
                  <a:moveTo>
                    <a:pt x="0" y="0"/>
                  </a:moveTo>
                  <a:cubicBezTo>
                    <a:pt x="11335" y="91916"/>
                    <a:pt x="7048" y="175641"/>
                    <a:pt x="6191" y="26822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3243165" y="-1069494"/>
              <a:ext cx="92471" cy="242739"/>
            </a:xfrm>
            <a:custGeom>
              <a:avLst/>
              <a:gdLst/>
              <a:ahLst/>
              <a:cxnLst/>
              <a:rect l="l" t="t" r="r" b="b"/>
              <a:pathLst>
                <a:path w="92471" h="242739" extrusionOk="0">
                  <a:moveTo>
                    <a:pt x="299" y="11430"/>
                  </a:moveTo>
                  <a:cubicBezTo>
                    <a:pt x="-654" y="51149"/>
                    <a:pt x="680" y="90868"/>
                    <a:pt x="4204" y="130397"/>
                  </a:cubicBezTo>
                  <a:cubicBezTo>
                    <a:pt x="7252" y="163830"/>
                    <a:pt x="12205" y="198120"/>
                    <a:pt x="29064" y="227266"/>
                  </a:cubicBezTo>
                  <a:cubicBezTo>
                    <a:pt x="32493" y="233267"/>
                    <a:pt x="36875" y="239268"/>
                    <a:pt x="43352" y="241649"/>
                  </a:cubicBezTo>
                  <a:cubicBezTo>
                    <a:pt x="52496" y="245078"/>
                    <a:pt x="62783" y="239935"/>
                    <a:pt x="69545" y="232981"/>
                  </a:cubicBezTo>
                  <a:cubicBezTo>
                    <a:pt x="85928" y="216408"/>
                    <a:pt x="89167" y="191167"/>
                    <a:pt x="90596" y="167830"/>
                  </a:cubicBezTo>
                  <a:cubicBezTo>
                    <a:pt x="94120" y="111919"/>
                    <a:pt x="92691" y="55626"/>
                    <a:pt x="86214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3793437" y="-1351720"/>
              <a:ext cx="48387" cy="58578"/>
            </a:xfrm>
            <a:custGeom>
              <a:avLst/>
              <a:gdLst/>
              <a:ahLst/>
              <a:cxnLst/>
              <a:rect l="l" t="t" r="r" b="b"/>
              <a:pathLst>
                <a:path w="48387" h="58578" extrusionOk="0">
                  <a:moveTo>
                    <a:pt x="0" y="58579"/>
                  </a:moveTo>
                  <a:cubicBezTo>
                    <a:pt x="12002" y="36005"/>
                    <a:pt x="28575" y="16002"/>
                    <a:pt x="48387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802295" y="-1212655"/>
              <a:ext cx="49053" cy="10858"/>
            </a:xfrm>
            <a:custGeom>
              <a:avLst/>
              <a:gdLst/>
              <a:ahLst/>
              <a:cxnLst/>
              <a:rect l="l" t="t" r="r" b="b"/>
              <a:pathLst>
                <a:path w="49053" h="10858" extrusionOk="0">
                  <a:moveTo>
                    <a:pt x="0" y="10858"/>
                  </a:moveTo>
                  <a:cubicBezTo>
                    <a:pt x="15716" y="5048"/>
                    <a:pt x="32290" y="1429"/>
                    <a:pt x="49054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794389" y="-1106546"/>
              <a:ext cx="48863" cy="41433"/>
            </a:xfrm>
            <a:custGeom>
              <a:avLst/>
              <a:gdLst/>
              <a:ahLst/>
              <a:cxnLst/>
              <a:rect l="l" t="t" r="r" b="b"/>
              <a:pathLst>
                <a:path w="48863" h="41433" extrusionOk="0">
                  <a:moveTo>
                    <a:pt x="0" y="0"/>
                  </a:moveTo>
                  <a:cubicBezTo>
                    <a:pt x="17240" y="12573"/>
                    <a:pt x="33623" y="26384"/>
                    <a:pt x="48863" y="4143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>
            <a:spLocks noGrp="1"/>
          </p:cNvSpPr>
          <p:nvPr>
            <p:ph type="title"/>
          </p:nvPr>
        </p:nvSpPr>
        <p:spPr>
          <a:xfrm>
            <a:off x="2451438" y="2012900"/>
            <a:ext cx="7389300" cy="206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drich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86" name="Google Shape;186;p6"/>
          <p:cNvSpPr txBox="1">
            <a:spLocks noGrp="1"/>
          </p:cNvSpPr>
          <p:nvPr>
            <p:ph type="body" idx="1"/>
          </p:nvPr>
        </p:nvSpPr>
        <p:spPr>
          <a:xfrm>
            <a:off x="2451438" y="4096550"/>
            <a:ext cx="7389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6134513" y="243975"/>
            <a:ext cx="739500" cy="859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0143496" y="5301879"/>
            <a:ext cx="945000" cy="63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0492238" y="1005038"/>
            <a:ext cx="731400" cy="63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 rot="-2064314">
            <a:off x="1150852" y="735842"/>
            <a:ext cx="615268" cy="825175"/>
          </a:xfrm>
          <a:custGeom>
            <a:avLst/>
            <a:gdLst/>
            <a:ahLst/>
            <a:cxnLst/>
            <a:rect l="l" t="t" r="r" b="b"/>
            <a:pathLst>
              <a:path w="615314" h="825237" extrusionOk="0">
                <a:moveTo>
                  <a:pt x="430339" y="650414"/>
                </a:moveTo>
                <a:cubicBezTo>
                  <a:pt x="475541" y="682620"/>
                  <a:pt x="483381" y="756286"/>
                  <a:pt x="445383" y="796826"/>
                </a:cubicBezTo>
                <a:cubicBezTo>
                  <a:pt x="407385" y="837367"/>
                  <a:pt x="332802" y="834047"/>
                  <a:pt x="299112" y="789905"/>
                </a:cubicBezTo>
                <a:cubicBezTo>
                  <a:pt x="265423" y="745762"/>
                  <a:pt x="282373" y="672379"/>
                  <a:pt x="332307" y="648083"/>
                </a:cubicBezTo>
                <a:cubicBezTo>
                  <a:pt x="282303" y="657123"/>
                  <a:pt x="231309" y="660372"/>
                  <a:pt x="180598" y="657759"/>
                </a:cubicBezTo>
                <a:lnTo>
                  <a:pt x="184765" y="482177"/>
                </a:lnTo>
                <a:cubicBezTo>
                  <a:pt x="148109" y="516997"/>
                  <a:pt x="92878" y="530911"/>
                  <a:pt x="44074" y="517633"/>
                </a:cubicBezTo>
                <a:cubicBezTo>
                  <a:pt x="30725" y="513960"/>
                  <a:pt x="17235" y="507957"/>
                  <a:pt x="9113" y="496727"/>
                </a:cubicBezTo>
                <a:cubicBezTo>
                  <a:pt x="2121" y="487121"/>
                  <a:pt x="-69" y="474691"/>
                  <a:pt x="2" y="462825"/>
                </a:cubicBezTo>
                <a:cubicBezTo>
                  <a:pt x="143" y="424615"/>
                  <a:pt x="23026" y="387324"/>
                  <a:pt x="56999" y="369737"/>
                </a:cubicBezTo>
                <a:cubicBezTo>
                  <a:pt x="90971" y="352151"/>
                  <a:pt x="134548" y="355188"/>
                  <a:pt x="165837" y="377153"/>
                </a:cubicBezTo>
                <a:cubicBezTo>
                  <a:pt x="153971" y="320863"/>
                  <a:pt x="153830" y="262100"/>
                  <a:pt x="165484" y="205739"/>
                </a:cubicBezTo>
                <a:cubicBezTo>
                  <a:pt x="214005" y="192743"/>
                  <a:pt x="264363" y="186316"/>
                  <a:pt x="314580" y="186740"/>
                </a:cubicBezTo>
                <a:cubicBezTo>
                  <a:pt x="275028" y="153474"/>
                  <a:pt x="265846" y="89555"/>
                  <a:pt x="294451" y="46543"/>
                </a:cubicBezTo>
                <a:cubicBezTo>
                  <a:pt x="323055" y="3530"/>
                  <a:pt x="385561" y="-12785"/>
                  <a:pt x="431540" y="10875"/>
                </a:cubicBezTo>
                <a:cubicBezTo>
                  <a:pt x="477519" y="34536"/>
                  <a:pt x="500685" y="94782"/>
                  <a:pt x="482322" y="143091"/>
                </a:cubicBezTo>
                <a:cubicBezTo>
                  <a:pt x="474058" y="164845"/>
                  <a:pt x="455695" y="185186"/>
                  <a:pt x="432458" y="186245"/>
                </a:cubicBezTo>
                <a:cubicBezTo>
                  <a:pt x="493764" y="178335"/>
                  <a:pt x="557046" y="186245"/>
                  <a:pt x="614467" y="209129"/>
                </a:cubicBezTo>
                <a:cubicBezTo>
                  <a:pt x="605709" y="259840"/>
                  <a:pt x="605992" y="312105"/>
                  <a:pt x="615315" y="362745"/>
                </a:cubicBezTo>
                <a:cubicBezTo>
                  <a:pt x="575410" y="349043"/>
                  <a:pt x="530702" y="340568"/>
                  <a:pt x="491645" y="356530"/>
                </a:cubicBezTo>
                <a:cubicBezTo>
                  <a:pt x="452587" y="372492"/>
                  <a:pt x="424901" y="421084"/>
                  <a:pt x="444253" y="458588"/>
                </a:cubicBezTo>
                <a:cubicBezTo>
                  <a:pt x="466995" y="502660"/>
                  <a:pt x="529501" y="501318"/>
                  <a:pt x="578447" y="493619"/>
                </a:cubicBezTo>
                <a:cubicBezTo>
                  <a:pt x="577952" y="555278"/>
                  <a:pt x="577458" y="616936"/>
                  <a:pt x="576964" y="678594"/>
                </a:cubicBezTo>
                <a:cubicBezTo>
                  <a:pt x="530773" y="658889"/>
                  <a:pt x="479991" y="650061"/>
                  <a:pt x="430269" y="650414"/>
                </a:cubicBezTo>
                <a:close/>
              </a:path>
            </a:pathLst>
          </a:custGeom>
          <a:solidFill>
            <a:schemeClr val="accent2"/>
          </a:solidFill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6"/>
          <p:cNvGrpSpPr/>
          <p:nvPr/>
        </p:nvGrpSpPr>
        <p:grpSpPr>
          <a:xfrm rot="9627747">
            <a:off x="7191034" y="5535176"/>
            <a:ext cx="2295466" cy="966819"/>
            <a:chOff x="4590347" y="1490179"/>
            <a:chExt cx="1314037" cy="558745"/>
          </a:xfrm>
        </p:grpSpPr>
        <p:sp>
          <p:nvSpPr>
            <p:cNvPr id="192" name="Google Shape;192;p6"/>
            <p:cNvSpPr/>
            <p:nvPr/>
          </p:nvSpPr>
          <p:spPr>
            <a:xfrm>
              <a:off x="4590347" y="1490179"/>
              <a:ext cx="1314037" cy="558745"/>
            </a:xfrm>
            <a:custGeom>
              <a:avLst/>
              <a:gdLst/>
              <a:ahLst/>
              <a:cxnLst/>
              <a:rect l="l" t="t" r="r" b="b"/>
              <a:pathLst>
                <a:path w="1314037" h="558745" extrusionOk="0">
                  <a:moveTo>
                    <a:pt x="0" y="154469"/>
                  </a:moveTo>
                  <a:cubicBezTo>
                    <a:pt x="107637" y="99520"/>
                    <a:pt x="220996" y="55801"/>
                    <a:pt x="337674" y="24160"/>
                  </a:cubicBezTo>
                  <a:cubicBezTo>
                    <a:pt x="386478" y="10953"/>
                    <a:pt x="436412" y="-277"/>
                    <a:pt x="486981" y="5"/>
                  </a:cubicBezTo>
                  <a:cubicBezTo>
                    <a:pt x="561000" y="429"/>
                    <a:pt x="632476" y="25290"/>
                    <a:pt x="702256" y="49869"/>
                  </a:cubicBezTo>
                  <a:cubicBezTo>
                    <a:pt x="726764" y="58485"/>
                    <a:pt x="751908" y="67526"/>
                    <a:pt x="771119" y="84900"/>
                  </a:cubicBezTo>
                  <a:cubicBezTo>
                    <a:pt x="794355" y="105948"/>
                    <a:pt x="806151" y="137024"/>
                    <a:pt x="811871" y="167888"/>
                  </a:cubicBezTo>
                  <a:cubicBezTo>
                    <a:pt x="820488" y="214786"/>
                    <a:pt x="811024" y="272701"/>
                    <a:pt x="768082" y="293324"/>
                  </a:cubicBezTo>
                  <a:cubicBezTo>
                    <a:pt x="714828" y="318821"/>
                    <a:pt x="649992" y="256809"/>
                    <a:pt x="659879" y="198612"/>
                  </a:cubicBezTo>
                  <a:cubicBezTo>
                    <a:pt x="669767" y="140414"/>
                    <a:pt x="731497" y="101992"/>
                    <a:pt x="790542" y="100721"/>
                  </a:cubicBezTo>
                  <a:cubicBezTo>
                    <a:pt x="849587" y="99450"/>
                    <a:pt x="905312" y="126853"/>
                    <a:pt x="955458" y="157930"/>
                  </a:cubicBezTo>
                  <a:cubicBezTo>
                    <a:pt x="1110134" y="253702"/>
                    <a:pt x="1239243" y="392910"/>
                    <a:pt x="1314038" y="558745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4590347" y="1552973"/>
              <a:ext cx="115830" cy="139490"/>
            </a:xfrm>
            <a:custGeom>
              <a:avLst/>
              <a:gdLst/>
              <a:ahLst/>
              <a:cxnLst/>
              <a:rect l="l" t="t" r="r" b="b"/>
              <a:pathLst>
                <a:path w="115830" h="139490" extrusionOk="0">
                  <a:moveTo>
                    <a:pt x="115830" y="139491"/>
                  </a:moveTo>
                  <a:lnTo>
                    <a:pt x="0" y="91605"/>
                  </a:lnTo>
                  <a:lnTo>
                    <a:pt x="6533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6"/>
          <p:cNvSpPr/>
          <p:nvPr/>
        </p:nvSpPr>
        <p:spPr>
          <a:xfrm rot="2085787">
            <a:off x="1783165" y="5387897"/>
            <a:ext cx="513724" cy="677202"/>
          </a:xfrm>
          <a:custGeom>
            <a:avLst/>
            <a:gdLst/>
            <a:ahLst/>
            <a:cxnLst/>
            <a:rect l="l" t="t" r="r" b="b"/>
            <a:pathLst>
              <a:path w="385418" h="508066" extrusionOk="0">
                <a:moveTo>
                  <a:pt x="106225" y="240597"/>
                </a:moveTo>
                <a:cubicBezTo>
                  <a:pt x="118090" y="327894"/>
                  <a:pt x="118302" y="416744"/>
                  <a:pt x="106719" y="504041"/>
                </a:cubicBezTo>
                <a:lnTo>
                  <a:pt x="262737" y="508066"/>
                </a:lnTo>
                <a:cubicBezTo>
                  <a:pt x="260265" y="412648"/>
                  <a:pt x="263585" y="317159"/>
                  <a:pt x="272696" y="222164"/>
                </a:cubicBezTo>
                <a:cubicBezTo>
                  <a:pt x="310340" y="224071"/>
                  <a:pt x="348126" y="222234"/>
                  <a:pt x="385418" y="216866"/>
                </a:cubicBezTo>
                <a:cubicBezTo>
                  <a:pt x="319875" y="153654"/>
                  <a:pt x="260265" y="84297"/>
                  <a:pt x="207576" y="9997"/>
                </a:cubicBezTo>
                <a:cubicBezTo>
                  <a:pt x="204469" y="5617"/>
                  <a:pt x="200867" y="885"/>
                  <a:pt x="195570" y="108"/>
                </a:cubicBezTo>
                <a:cubicBezTo>
                  <a:pt x="189284" y="-810"/>
                  <a:pt x="183916" y="4276"/>
                  <a:pt x="179608" y="8866"/>
                </a:cubicBezTo>
                <a:cubicBezTo>
                  <a:pt x="115336" y="78506"/>
                  <a:pt x="55302" y="152171"/>
                  <a:pt x="0" y="229226"/>
                </a:cubicBezTo>
                <a:cubicBezTo>
                  <a:pt x="36727" y="229650"/>
                  <a:pt x="73453" y="232405"/>
                  <a:pt x="106154" y="240668"/>
                </a:cubicBez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p6"/>
          <p:cNvGrpSpPr/>
          <p:nvPr/>
        </p:nvGrpSpPr>
        <p:grpSpPr>
          <a:xfrm>
            <a:off x="792107" y="4395297"/>
            <a:ext cx="687238" cy="651187"/>
            <a:chOff x="1759452" y="6189595"/>
            <a:chExt cx="687238" cy="651187"/>
          </a:xfrm>
        </p:grpSpPr>
        <p:sp>
          <p:nvSpPr>
            <p:cNvPr id="196" name="Google Shape;196;p6"/>
            <p:cNvSpPr/>
            <p:nvPr/>
          </p:nvSpPr>
          <p:spPr>
            <a:xfrm>
              <a:off x="1760666" y="6189595"/>
              <a:ext cx="516747" cy="588290"/>
            </a:xfrm>
            <a:custGeom>
              <a:avLst/>
              <a:gdLst/>
              <a:ahLst/>
              <a:cxnLst/>
              <a:rect l="l" t="t" r="r" b="b"/>
              <a:pathLst>
                <a:path w="516747" h="588290" extrusionOk="0">
                  <a:moveTo>
                    <a:pt x="354232" y="584780"/>
                  </a:moveTo>
                  <a:cubicBezTo>
                    <a:pt x="290667" y="595163"/>
                    <a:pt x="224771" y="581672"/>
                    <a:pt x="165938" y="555399"/>
                  </a:cubicBezTo>
                  <a:cubicBezTo>
                    <a:pt x="144961" y="546005"/>
                    <a:pt x="124620" y="534987"/>
                    <a:pt x="106680" y="520650"/>
                  </a:cubicBezTo>
                  <a:cubicBezTo>
                    <a:pt x="80407" y="499673"/>
                    <a:pt x="59925" y="472199"/>
                    <a:pt x="43680" y="442747"/>
                  </a:cubicBezTo>
                  <a:cubicBezTo>
                    <a:pt x="3846" y="370565"/>
                    <a:pt x="-11269" y="283622"/>
                    <a:pt x="8931" y="203600"/>
                  </a:cubicBezTo>
                  <a:cubicBezTo>
                    <a:pt x="29131" y="123649"/>
                    <a:pt x="86269" y="52314"/>
                    <a:pt x="162759" y="21450"/>
                  </a:cubicBezTo>
                  <a:cubicBezTo>
                    <a:pt x="207749" y="3298"/>
                    <a:pt x="257260" y="-798"/>
                    <a:pt x="305781" y="120"/>
                  </a:cubicBezTo>
                  <a:cubicBezTo>
                    <a:pt x="323862" y="473"/>
                    <a:pt x="342084" y="1462"/>
                    <a:pt x="359671" y="5558"/>
                  </a:cubicBezTo>
                  <a:cubicBezTo>
                    <a:pt x="385733" y="11562"/>
                    <a:pt x="409887" y="24063"/>
                    <a:pt x="432135" y="38824"/>
                  </a:cubicBezTo>
                  <a:cubicBezTo>
                    <a:pt x="470840" y="64533"/>
                    <a:pt x="506083" y="100059"/>
                    <a:pt x="516748" y="145261"/>
                  </a:cubicBezTo>
                  <a:lnTo>
                    <a:pt x="424225" y="191522"/>
                  </a:lnTo>
                  <a:cubicBezTo>
                    <a:pt x="404025" y="201622"/>
                    <a:pt x="383826" y="211722"/>
                    <a:pt x="364685" y="223658"/>
                  </a:cubicBezTo>
                  <a:cubicBezTo>
                    <a:pt x="353032" y="230933"/>
                    <a:pt x="341872" y="238843"/>
                    <a:pt x="330148" y="246047"/>
                  </a:cubicBezTo>
                  <a:cubicBezTo>
                    <a:pt x="294269" y="268013"/>
                    <a:pt x="254293" y="282421"/>
                    <a:pt x="214671" y="296617"/>
                  </a:cubicBezTo>
                  <a:cubicBezTo>
                    <a:pt x="267854" y="388010"/>
                    <a:pt x="321390" y="480250"/>
                    <a:pt x="354374" y="58478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1759452" y="6461846"/>
              <a:ext cx="357847" cy="378936"/>
            </a:xfrm>
            <a:custGeom>
              <a:avLst/>
              <a:gdLst/>
              <a:ahLst/>
              <a:cxnLst/>
              <a:rect l="l" t="t" r="r" b="b"/>
              <a:pathLst>
                <a:path w="357847" h="378936" extrusionOk="0">
                  <a:moveTo>
                    <a:pt x="1175" y="0"/>
                  </a:moveTo>
                  <a:cubicBezTo>
                    <a:pt x="-4404" y="74937"/>
                    <a:pt x="11487" y="170144"/>
                    <a:pt x="15301" y="188013"/>
                  </a:cubicBezTo>
                  <a:cubicBezTo>
                    <a:pt x="21869" y="218877"/>
                    <a:pt x="45671" y="261395"/>
                    <a:pt x="69755" y="281877"/>
                  </a:cubicBezTo>
                  <a:cubicBezTo>
                    <a:pt x="154509" y="354130"/>
                    <a:pt x="246679" y="384854"/>
                    <a:pt x="357848" y="378002"/>
                  </a:cubicBezTo>
                  <a:lnTo>
                    <a:pt x="353893" y="314155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2016302" y="6339164"/>
              <a:ext cx="262595" cy="207081"/>
            </a:xfrm>
            <a:custGeom>
              <a:avLst/>
              <a:gdLst/>
              <a:ahLst/>
              <a:cxnLst/>
              <a:rect l="l" t="t" r="r" b="b"/>
              <a:pathLst>
                <a:path w="262595" h="207081" extrusionOk="0">
                  <a:moveTo>
                    <a:pt x="259629" y="0"/>
                  </a:moveTo>
                  <a:lnTo>
                    <a:pt x="262596" y="77621"/>
                  </a:lnTo>
                  <a:cubicBezTo>
                    <a:pt x="175935" y="122540"/>
                    <a:pt x="88356" y="165694"/>
                    <a:pt x="0" y="207082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2144068" y="6377516"/>
              <a:ext cx="291415" cy="351869"/>
            </a:xfrm>
            <a:custGeom>
              <a:avLst/>
              <a:gdLst/>
              <a:ahLst/>
              <a:cxnLst/>
              <a:rect l="l" t="t" r="r" b="b"/>
              <a:pathLst>
                <a:path w="291415" h="351869" extrusionOk="0">
                  <a:moveTo>
                    <a:pt x="0" y="145494"/>
                  </a:moveTo>
                  <a:lnTo>
                    <a:pt x="237381" y="0"/>
                  </a:lnTo>
                  <a:cubicBezTo>
                    <a:pt x="278628" y="51488"/>
                    <a:pt x="297839" y="119998"/>
                    <a:pt x="289505" y="185470"/>
                  </a:cubicBezTo>
                  <a:cubicBezTo>
                    <a:pt x="281171" y="250942"/>
                    <a:pt x="245292" y="312389"/>
                    <a:pt x="192462" y="351870"/>
                  </a:cubicBezTo>
                  <a:cubicBezTo>
                    <a:pt x="130803" y="281736"/>
                    <a:pt x="68015" y="212591"/>
                    <a:pt x="71" y="145494"/>
                  </a:cubicBezTo>
                  <a:close/>
                </a:path>
              </a:pathLst>
            </a:custGeom>
            <a:solidFill>
              <a:schemeClr val="accent2"/>
            </a:solidFill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2144447" y="6528166"/>
              <a:ext cx="191629" cy="275803"/>
            </a:xfrm>
            <a:custGeom>
              <a:avLst/>
              <a:gdLst/>
              <a:ahLst/>
              <a:cxnLst/>
              <a:rect l="l" t="t" r="r" b="b"/>
              <a:pathLst>
                <a:path w="191629" h="275803" extrusionOk="0">
                  <a:moveTo>
                    <a:pt x="822" y="0"/>
                  </a:moveTo>
                  <a:cubicBezTo>
                    <a:pt x="-2004" y="22248"/>
                    <a:pt x="3364" y="66532"/>
                    <a:pt x="3364" y="66532"/>
                  </a:cubicBezTo>
                  <a:cubicBezTo>
                    <a:pt x="3364" y="66532"/>
                    <a:pt x="11345" y="84330"/>
                    <a:pt x="17419" y="91887"/>
                  </a:cubicBezTo>
                  <a:cubicBezTo>
                    <a:pt x="121808" y="220078"/>
                    <a:pt x="116652" y="193804"/>
                    <a:pt x="183396" y="275803"/>
                  </a:cubicBezTo>
                  <a:cubicBezTo>
                    <a:pt x="191376" y="252637"/>
                    <a:pt x="193637" y="227494"/>
                    <a:pt x="189823" y="203268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2331657" y="6455772"/>
              <a:ext cx="115033" cy="343253"/>
            </a:xfrm>
            <a:custGeom>
              <a:avLst/>
              <a:gdLst/>
              <a:ahLst/>
              <a:cxnLst/>
              <a:rect l="l" t="t" r="r" b="b"/>
              <a:pathLst>
                <a:path w="115033" h="343253" extrusionOk="0">
                  <a:moveTo>
                    <a:pt x="0" y="343253"/>
                  </a:moveTo>
                  <a:cubicBezTo>
                    <a:pt x="29099" y="339298"/>
                    <a:pt x="52194" y="316626"/>
                    <a:pt x="68651" y="292260"/>
                  </a:cubicBezTo>
                  <a:cubicBezTo>
                    <a:pt x="125365" y="208283"/>
                    <a:pt x="125859" y="95843"/>
                    <a:pt x="92806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6"/>
          <p:cNvGrpSpPr/>
          <p:nvPr/>
        </p:nvGrpSpPr>
        <p:grpSpPr>
          <a:xfrm>
            <a:off x="10609751" y="1052466"/>
            <a:ext cx="537539" cy="527370"/>
            <a:chOff x="3769213" y="6330241"/>
            <a:chExt cx="537539" cy="527370"/>
          </a:xfrm>
        </p:grpSpPr>
        <p:sp>
          <p:nvSpPr>
            <p:cNvPr id="203" name="Google Shape;203;p6"/>
            <p:cNvSpPr/>
            <p:nvPr/>
          </p:nvSpPr>
          <p:spPr>
            <a:xfrm>
              <a:off x="3769213" y="6330241"/>
              <a:ext cx="537539" cy="527370"/>
            </a:xfrm>
            <a:custGeom>
              <a:avLst/>
              <a:gdLst/>
              <a:ahLst/>
              <a:cxnLst/>
              <a:rect l="l" t="t" r="r" b="b"/>
              <a:pathLst>
                <a:path w="537539" h="527370" extrusionOk="0">
                  <a:moveTo>
                    <a:pt x="32570" y="392505"/>
                  </a:moveTo>
                  <a:cubicBezTo>
                    <a:pt x="-11502" y="311777"/>
                    <a:pt x="-11079" y="208095"/>
                    <a:pt x="35253" y="128638"/>
                  </a:cubicBezTo>
                  <a:cubicBezTo>
                    <a:pt x="81586" y="49181"/>
                    <a:pt x="172625" y="-2519"/>
                    <a:pt x="264583" y="95"/>
                  </a:cubicBezTo>
                  <a:cubicBezTo>
                    <a:pt x="294247" y="942"/>
                    <a:pt x="323558" y="7017"/>
                    <a:pt x="352233" y="14644"/>
                  </a:cubicBezTo>
                  <a:cubicBezTo>
                    <a:pt x="376458" y="21071"/>
                    <a:pt x="400754" y="28840"/>
                    <a:pt x="421519" y="42895"/>
                  </a:cubicBezTo>
                  <a:cubicBezTo>
                    <a:pt x="441789" y="56668"/>
                    <a:pt x="457752" y="75879"/>
                    <a:pt x="472019" y="95796"/>
                  </a:cubicBezTo>
                  <a:cubicBezTo>
                    <a:pt x="505355" y="142269"/>
                    <a:pt x="531699" y="195594"/>
                    <a:pt x="536714" y="252591"/>
                  </a:cubicBezTo>
                  <a:cubicBezTo>
                    <a:pt x="541729" y="310364"/>
                    <a:pt x="523718" y="369763"/>
                    <a:pt x="487486" y="414965"/>
                  </a:cubicBezTo>
                  <a:cubicBezTo>
                    <a:pt x="463755" y="444629"/>
                    <a:pt x="432961" y="467866"/>
                    <a:pt x="400896" y="488207"/>
                  </a:cubicBezTo>
                  <a:cubicBezTo>
                    <a:pt x="381826" y="500284"/>
                    <a:pt x="361980" y="511585"/>
                    <a:pt x="340438" y="518365"/>
                  </a:cubicBezTo>
                  <a:cubicBezTo>
                    <a:pt x="324264" y="523450"/>
                    <a:pt x="307384" y="525993"/>
                    <a:pt x="290504" y="526911"/>
                  </a:cubicBezTo>
                  <a:cubicBezTo>
                    <a:pt x="191342" y="532561"/>
                    <a:pt x="83846" y="486017"/>
                    <a:pt x="32711" y="39236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4028385" y="6383872"/>
              <a:ext cx="2445" cy="64381"/>
            </a:xfrm>
            <a:custGeom>
              <a:avLst/>
              <a:gdLst/>
              <a:ahLst/>
              <a:cxnLst/>
              <a:rect l="l" t="t" r="r" b="b"/>
              <a:pathLst>
                <a:path w="2445" h="64381" extrusionOk="0">
                  <a:moveTo>
                    <a:pt x="186" y="0"/>
                  </a:moveTo>
                  <a:cubicBezTo>
                    <a:pt x="327" y="18999"/>
                    <a:pt x="-874" y="38634"/>
                    <a:pt x="1457" y="57562"/>
                  </a:cubicBezTo>
                  <a:cubicBezTo>
                    <a:pt x="1739" y="60105"/>
                    <a:pt x="2022" y="69075"/>
                    <a:pt x="2446" y="61235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4197301" y="6593497"/>
              <a:ext cx="57561" cy="2048"/>
            </a:xfrm>
            <a:custGeom>
              <a:avLst/>
              <a:gdLst/>
              <a:ahLst/>
              <a:cxnLst/>
              <a:rect l="l" t="t" r="r" b="b"/>
              <a:pathLst>
                <a:path w="57561" h="2048" extrusionOk="0">
                  <a:moveTo>
                    <a:pt x="0" y="0"/>
                  </a:moveTo>
                  <a:lnTo>
                    <a:pt x="57562" y="204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4029206" y="6762510"/>
              <a:ext cx="1391" cy="49298"/>
            </a:xfrm>
            <a:custGeom>
              <a:avLst/>
              <a:gdLst/>
              <a:ahLst/>
              <a:cxnLst/>
              <a:rect l="l" t="t" r="r" b="b"/>
              <a:pathLst>
                <a:path w="1391" h="49298" extrusionOk="0">
                  <a:moveTo>
                    <a:pt x="0" y="0"/>
                  </a:moveTo>
                  <a:cubicBezTo>
                    <a:pt x="1201" y="16386"/>
                    <a:pt x="1625" y="32842"/>
                    <a:pt x="1271" y="49299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3806021" y="6603799"/>
              <a:ext cx="67371" cy="4953"/>
            </a:xfrm>
            <a:custGeom>
              <a:avLst/>
              <a:gdLst/>
              <a:ahLst/>
              <a:cxnLst/>
              <a:rect l="l" t="t" r="r" b="b"/>
              <a:pathLst>
                <a:path w="67371" h="4953" extrusionOk="0">
                  <a:moveTo>
                    <a:pt x="0" y="4953"/>
                  </a:moveTo>
                  <a:cubicBezTo>
                    <a:pt x="20624" y="2764"/>
                    <a:pt x="41247" y="1139"/>
                    <a:pt x="61870" y="9"/>
                  </a:cubicBezTo>
                  <a:cubicBezTo>
                    <a:pt x="64484" y="-132"/>
                    <a:pt x="68298" y="1351"/>
                    <a:pt x="67168" y="3682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4004640" y="6598359"/>
              <a:ext cx="60296" cy="53656"/>
            </a:xfrm>
            <a:custGeom>
              <a:avLst/>
              <a:gdLst/>
              <a:ahLst/>
              <a:cxnLst/>
              <a:rect l="l" t="t" r="r" b="b"/>
              <a:pathLst>
                <a:path w="60296" h="53656" extrusionOk="0">
                  <a:moveTo>
                    <a:pt x="24213" y="1211"/>
                  </a:moveTo>
                  <a:cubicBezTo>
                    <a:pt x="16373" y="-1048"/>
                    <a:pt x="7686" y="3754"/>
                    <a:pt x="3519" y="10746"/>
                  </a:cubicBezTo>
                  <a:cubicBezTo>
                    <a:pt x="-1425" y="19080"/>
                    <a:pt x="-1002" y="30028"/>
                    <a:pt x="3801" y="38432"/>
                  </a:cubicBezTo>
                  <a:cubicBezTo>
                    <a:pt x="8674" y="46908"/>
                    <a:pt x="17785" y="52699"/>
                    <a:pt x="27461" y="53547"/>
                  </a:cubicBezTo>
                  <a:cubicBezTo>
                    <a:pt x="37138" y="54394"/>
                    <a:pt x="47167" y="50298"/>
                    <a:pt x="53453" y="42811"/>
                  </a:cubicBezTo>
                  <a:cubicBezTo>
                    <a:pt x="60092" y="34901"/>
                    <a:pt x="62281" y="23248"/>
                    <a:pt x="58326" y="13642"/>
                  </a:cubicBezTo>
                  <a:cubicBezTo>
                    <a:pt x="54371" y="4037"/>
                    <a:pt x="44342" y="-2814"/>
                    <a:pt x="24213" y="114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4057599" y="6505635"/>
              <a:ext cx="91534" cy="95560"/>
            </a:xfrm>
            <a:custGeom>
              <a:avLst/>
              <a:gdLst/>
              <a:ahLst/>
              <a:cxnLst/>
              <a:rect l="l" t="t" r="r" b="b"/>
              <a:pathLst>
                <a:path w="91534" h="95560" extrusionOk="0">
                  <a:moveTo>
                    <a:pt x="0" y="95560"/>
                  </a:moveTo>
                  <a:lnTo>
                    <a:pt x="91534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3961827" y="6533816"/>
              <a:ext cx="51064" cy="65331"/>
            </a:xfrm>
            <a:custGeom>
              <a:avLst/>
              <a:gdLst/>
              <a:ahLst/>
              <a:cxnLst/>
              <a:rect l="l" t="t" r="r" b="b"/>
              <a:pathLst>
                <a:path w="51064" h="65331" extrusionOk="0">
                  <a:moveTo>
                    <a:pt x="51064" y="65331"/>
                  </a:moveTo>
                  <a:cubicBezTo>
                    <a:pt x="33125" y="44284"/>
                    <a:pt x="16103" y="22460"/>
                    <a:pt x="0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4118621" y="6503658"/>
              <a:ext cx="33678" cy="35455"/>
            </a:xfrm>
            <a:custGeom>
              <a:avLst/>
              <a:gdLst/>
              <a:ahLst/>
              <a:cxnLst/>
              <a:rect l="l" t="t" r="r" b="b"/>
              <a:pathLst>
                <a:path w="33678" h="35455" extrusionOk="0">
                  <a:moveTo>
                    <a:pt x="0" y="10524"/>
                  </a:moveTo>
                  <a:lnTo>
                    <a:pt x="33548" y="0"/>
                  </a:lnTo>
                  <a:cubicBezTo>
                    <a:pt x="34184" y="12007"/>
                    <a:pt x="32489" y="24084"/>
                    <a:pt x="28604" y="35455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3960693" y="6527514"/>
              <a:ext cx="26135" cy="29891"/>
            </a:xfrm>
            <a:custGeom>
              <a:avLst/>
              <a:gdLst/>
              <a:ahLst/>
              <a:cxnLst/>
              <a:rect l="l" t="t" r="r" b="b"/>
              <a:pathLst>
                <a:path w="26135" h="29891" extrusionOk="0">
                  <a:moveTo>
                    <a:pt x="2970" y="29891"/>
                  </a:moveTo>
                  <a:cubicBezTo>
                    <a:pt x="922" y="20145"/>
                    <a:pt x="-67" y="10186"/>
                    <a:pt x="4" y="298"/>
                  </a:cubicBezTo>
                  <a:cubicBezTo>
                    <a:pt x="215" y="1569"/>
                    <a:pt x="922" y="1075"/>
                    <a:pt x="1133" y="2346"/>
                  </a:cubicBezTo>
                  <a:cubicBezTo>
                    <a:pt x="1133" y="1782"/>
                    <a:pt x="639" y="-196"/>
                    <a:pt x="1133" y="16"/>
                  </a:cubicBezTo>
                  <a:cubicBezTo>
                    <a:pt x="17872" y="6867"/>
                    <a:pt x="18226" y="7149"/>
                    <a:pt x="26136" y="9833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6"/>
          <p:cNvSpPr/>
          <p:nvPr/>
        </p:nvSpPr>
        <p:spPr>
          <a:xfrm rot="9520326">
            <a:off x="7924615" y="408123"/>
            <a:ext cx="1007564" cy="627897"/>
          </a:xfrm>
          <a:custGeom>
            <a:avLst/>
            <a:gdLst/>
            <a:ahLst/>
            <a:cxnLst/>
            <a:rect l="l" t="t" r="r" b="b"/>
            <a:pathLst>
              <a:path w="618491" h="385433" extrusionOk="0">
                <a:moveTo>
                  <a:pt x="0" y="190908"/>
                </a:moveTo>
                <a:cubicBezTo>
                  <a:pt x="30794" y="254191"/>
                  <a:pt x="58763" y="318887"/>
                  <a:pt x="83836" y="384712"/>
                </a:cubicBezTo>
                <a:cubicBezTo>
                  <a:pt x="170143" y="390221"/>
                  <a:pt x="256239" y="363665"/>
                  <a:pt x="332376" y="322700"/>
                </a:cubicBezTo>
                <a:cubicBezTo>
                  <a:pt x="471443" y="247834"/>
                  <a:pt x="556974" y="149449"/>
                  <a:pt x="575267" y="123811"/>
                </a:cubicBezTo>
                <a:cubicBezTo>
                  <a:pt x="596879" y="157854"/>
                  <a:pt x="601117" y="163645"/>
                  <a:pt x="618491" y="179678"/>
                </a:cubicBezTo>
                <a:lnTo>
                  <a:pt x="616796" y="0"/>
                </a:lnTo>
                <a:cubicBezTo>
                  <a:pt x="556974" y="7416"/>
                  <a:pt x="496446" y="8758"/>
                  <a:pt x="436341" y="4097"/>
                </a:cubicBezTo>
                <a:cubicBezTo>
                  <a:pt x="455481" y="19917"/>
                  <a:pt x="470666" y="40329"/>
                  <a:pt x="480343" y="63142"/>
                </a:cubicBezTo>
                <a:cubicBezTo>
                  <a:pt x="396436" y="122540"/>
                  <a:pt x="308151" y="183704"/>
                  <a:pt x="206305" y="197759"/>
                </a:cubicBezTo>
                <a:cubicBezTo>
                  <a:pt x="143305" y="206446"/>
                  <a:pt x="47603" y="193945"/>
                  <a:pt x="0" y="190908"/>
                </a:cubicBez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6"/>
          <p:cNvGrpSpPr/>
          <p:nvPr/>
        </p:nvGrpSpPr>
        <p:grpSpPr>
          <a:xfrm rot="-4452001">
            <a:off x="3795180" y="5250259"/>
            <a:ext cx="372275" cy="1536667"/>
            <a:chOff x="2748074" y="4303871"/>
            <a:chExt cx="377938" cy="1362206"/>
          </a:xfrm>
        </p:grpSpPr>
        <p:sp>
          <p:nvSpPr>
            <p:cNvPr id="215" name="Google Shape;215;p6"/>
            <p:cNvSpPr/>
            <p:nvPr/>
          </p:nvSpPr>
          <p:spPr>
            <a:xfrm>
              <a:off x="2748074" y="4326119"/>
              <a:ext cx="377938" cy="1339958"/>
            </a:xfrm>
            <a:custGeom>
              <a:avLst/>
              <a:gdLst/>
              <a:ahLst/>
              <a:cxnLst/>
              <a:rect l="l" t="t" r="r" b="b"/>
              <a:pathLst>
                <a:path w="377938" h="1339958" extrusionOk="0">
                  <a:moveTo>
                    <a:pt x="377939" y="1339958"/>
                  </a:moveTo>
                  <a:cubicBezTo>
                    <a:pt x="225806" y="1229072"/>
                    <a:pt x="122688" y="1061260"/>
                    <a:pt x="58629" y="884195"/>
                  </a:cubicBezTo>
                  <a:cubicBezTo>
                    <a:pt x="38853" y="829599"/>
                    <a:pt x="22467" y="773661"/>
                    <a:pt x="12155" y="716523"/>
                  </a:cubicBezTo>
                  <a:cubicBezTo>
                    <a:pt x="-33965" y="460143"/>
                    <a:pt x="53261" y="183563"/>
                    <a:pt x="238095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2804725" y="4303871"/>
              <a:ext cx="203762" cy="172473"/>
            </a:xfrm>
            <a:custGeom>
              <a:avLst/>
              <a:gdLst/>
              <a:ahLst/>
              <a:cxnLst/>
              <a:rect l="l" t="t" r="r" b="b"/>
              <a:pathLst>
                <a:path w="203762" h="172473" extrusionOk="0">
                  <a:moveTo>
                    <a:pt x="0" y="80304"/>
                  </a:moveTo>
                  <a:lnTo>
                    <a:pt x="136101" y="25850"/>
                  </a:lnTo>
                  <a:cubicBezTo>
                    <a:pt x="153546" y="18858"/>
                    <a:pt x="171203" y="11795"/>
                    <a:pt x="185823" y="0"/>
                  </a:cubicBezTo>
                  <a:cubicBezTo>
                    <a:pt x="181656" y="57986"/>
                    <a:pt x="187800" y="116607"/>
                    <a:pt x="203762" y="17247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6204737" y="208512"/>
            <a:ext cx="714761" cy="797669"/>
            <a:chOff x="5932213" y="4153080"/>
            <a:chExt cx="714761" cy="797669"/>
          </a:xfrm>
        </p:grpSpPr>
        <p:sp>
          <p:nvSpPr>
            <p:cNvPr id="218" name="Google Shape;218;p6"/>
            <p:cNvSpPr/>
            <p:nvPr/>
          </p:nvSpPr>
          <p:spPr>
            <a:xfrm>
              <a:off x="6140446" y="4442969"/>
              <a:ext cx="302911" cy="462703"/>
            </a:xfrm>
            <a:custGeom>
              <a:avLst/>
              <a:gdLst/>
              <a:ahLst/>
              <a:cxnLst/>
              <a:rect l="l" t="t" r="r" b="b"/>
              <a:pathLst>
                <a:path w="302911" h="462703" extrusionOk="0">
                  <a:moveTo>
                    <a:pt x="140740" y="462655"/>
                  </a:moveTo>
                  <a:cubicBezTo>
                    <a:pt x="129652" y="463361"/>
                    <a:pt x="119693" y="456369"/>
                    <a:pt x="117716" y="446340"/>
                  </a:cubicBezTo>
                  <a:cubicBezTo>
                    <a:pt x="110794" y="411873"/>
                    <a:pt x="93278" y="335312"/>
                    <a:pt x="67569" y="296537"/>
                  </a:cubicBezTo>
                  <a:cubicBezTo>
                    <a:pt x="33739" y="245614"/>
                    <a:pt x="-3483" y="191301"/>
                    <a:pt x="261" y="131832"/>
                  </a:cubicBezTo>
                  <a:cubicBezTo>
                    <a:pt x="3015" y="88325"/>
                    <a:pt x="29501" y="46584"/>
                    <a:pt x="69477" y="22641"/>
                  </a:cubicBezTo>
                  <a:cubicBezTo>
                    <a:pt x="109523" y="-1231"/>
                    <a:pt x="162070" y="-6670"/>
                    <a:pt x="206919" y="8445"/>
                  </a:cubicBezTo>
                  <a:cubicBezTo>
                    <a:pt x="223234" y="13954"/>
                    <a:pt x="238561" y="22005"/>
                    <a:pt x="251274" y="32812"/>
                  </a:cubicBezTo>
                  <a:cubicBezTo>
                    <a:pt x="275075" y="52940"/>
                    <a:pt x="288706" y="81333"/>
                    <a:pt x="296052" y="110220"/>
                  </a:cubicBezTo>
                  <a:cubicBezTo>
                    <a:pt x="308694" y="160154"/>
                    <a:pt x="303750" y="213620"/>
                    <a:pt x="282138" y="260941"/>
                  </a:cubicBezTo>
                  <a:cubicBezTo>
                    <a:pt x="269919" y="287709"/>
                    <a:pt x="252474" y="312641"/>
                    <a:pt x="243858" y="340609"/>
                  </a:cubicBezTo>
                  <a:cubicBezTo>
                    <a:pt x="236018" y="366247"/>
                    <a:pt x="238561" y="411096"/>
                    <a:pt x="240891" y="436664"/>
                  </a:cubicBezTo>
                  <a:cubicBezTo>
                    <a:pt x="241880" y="447399"/>
                    <a:pt x="233051" y="456722"/>
                    <a:pt x="221327" y="457428"/>
                  </a:cubicBezTo>
                  <a:lnTo>
                    <a:pt x="140740" y="462513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6204765" y="4536238"/>
              <a:ext cx="162465" cy="244655"/>
            </a:xfrm>
            <a:custGeom>
              <a:avLst/>
              <a:gdLst/>
              <a:ahLst/>
              <a:cxnLst/>
              <a:rect l="l" t="t" r="r" b="b"/>
              <a:pathLst>
                <a:path w="162465" h="244655" extrusionOk="0">
                  <a:moveTo>
                    <a:pt x="72537" y="244656"/>
                  </a:moveTo>
                  <a:cubicBezTo>
                    <a:pt x="75363" y="183421"/>
                    <a:pt x="65687" y="121622"/>
                    <a:pt x="44145" y="64201"/>
                  </a:cubicBezTo>
                  <a:cubicBezTo>
                    <a:pt x="40896" y="55655"/>
                    <a:pt x="37152" y="46756"/>
                    <a:pt x="30090" y="40964"/>
                  </a:cubicBezTo>
                  <a:cubicBezTo>
                    <a:pt x="23027" y="35173"/>
                    <a:pt x="11585" y="33619"/>
                    <a:pt x="5017" y="40046"/>
                  </a:cubicBezTo>
                  <a:cubicBezTo>
                    <a:pt x="1415" y="43577"/>
                    <a:pt x="-68" y="48804"/>
                    <a:pt x="2" y="53819"/>
                  </a:cubicBezTo>
                  <a:cubicBezTo>
                    <a:pt x="214" y="65402"/>
                    <a:pt x="8054" y="75784"/>
                    <a:pt x="17942" y="81787"/>
                  </a:cubicBezTo>
                  <a:cubicBezTo>
                    <a:pt x="27830" y="87791"/>
                    <a:pt x="39483" y="90051"/>
                    <a:pt x="50925" y="91534"/>
                  </a:cubicBezTo>
                  <a:cubicBezTo>
                    <a:pt x="58765" y="92523"/>
                    <a:pt x="67099" y="93159"/>
                    <a:pt x="74232" y="89768"/>
                  </a:cubicBezTo>
                  <a:cubicBezTo>
                    <a:pt x="86734" y="83836"/>
                    <a:pt x="90972" y="68439"/>
                    <a:pt x="93796" y="54878"/>
                  </a:cubicBezTo>
                  <a:cubicBezTo>
                    <a:pt x="95915" y="44849"/>
                    <a:pt x="97964" y="34608"/>
                    <a:pt x="96622" y="24437"/>
                  </a:cubicBezTo>
                  <a:cubicBezTo>
                    <a:pt x="95280" y="14267"/>
                    <a:pt x="89700" y="4096"/>
                    <a:pt x="80307" y="0"/>
                  </a:cubicBezTo>
                  <a:cubicBezTo>
                    <a:pt x="65404" y="17304"/>
                    <a:pt x="65969" y="45838"/>
                    <a:pt x="81507" y="62576"/>
                  </a:cubicBezTo>
                  <a:cubicBezTo>
                    <a:pt x="97046" y="79315"/>
                    <a:pt x="125508" y="81929"/>
                    <a:pt x="143872" y="68368"/>
                  </a:cubicBezTo>
                  <a:cubicBezTo>
                    <a:pt x="162235" y="54808"/>
                    <a:pt x="168027" y="26839"/>
                    <a:pt x="156585" y="7063"/>
                  </a:cubicBezTo>
                  <a:cubicBezTo>
                    <a:pt x="155172" y="4591"/>
                    <a:pt x="152983" y="1977"/>
                    <a:pt x="150158" y="2048"/>
                  </a:cubicBezTo>
                  <a:cubicBezTo>
                    <a:pt x="148180" y="2048"/>
                    <a:pt x="146485" y="3461"/>
                    <a:pt x="145073" y="4803"/>
                  </a:cubicBezTo>
                  <a:cubicBezTo>
                    <a:pt x="130382" y="18999"/>
                    <a:pt x="127274" y="41035"/>
                    <a:pt x="125226" y="61376"/>
                  </a:cubicBezTo>
                  <a:cubicBezTo>
                    <a:pt x="119223" y="122610"/>
                    <a:pt x="116680" y="187023"/>
                    <a:pt x="142389" y="242961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6237962" y="4782446"/>
              <a:ext cx="141256" cy="5934"/>
            </a:xfrm>
            <a:custGeom>
              <a:avLst/>
              <a:gdLst/>
              <a:ahLst/>
              <a:cxnLst/>
              <a:rect l="l" t="t" r="r" b="b"/>
              <a:pathLst>
                <a:path w="141256" h="5934" extrusionOk="0">
                  <a:moveTo>
                    <a:pt x="0" y="5934"/>
                  </a:moveTo>
                  <a:cubicBezTo>
                    <a:pt x="46968" y="1909"/>
                    <a:pt x="94077" y="-69"/>
                    <a:pt x="141256" y="2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6244177" y="4807380"/>
              <a:ext cx="130662" cy="5156"/>
            </a:xfrm>
            <a:custGeom>
              <a:avLst/>
              <a:gdLst/>
              <a:ahLst/>
              <a:cxnLst/>
              <a:rect l="l" t="t" r="r" b="b"/>
              <a:pathLst>
                <a:path w="130662" h="5156" extrusionOk="0">
                  <a:moveTo>
                    <a:pt x="0" y="5156"/>
                  </a:moveTo>
                  <a:lnTo>
                    <a:pt x="130662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6269109" y="4834857"/>
              <a:ext cx="109968" cy="3740"/>
            </a:xfrm>
            <a:custGeom>
              <a:avLst/>
              <a:gdLst/>
              <a:ahLst/>
              <a:cxnLst/>
              <a:rect l="l" t="t" r="r" b="b"/>
              <a:pathLst>
                <a:path w="109968" h="3740" extrusionOk="0">
                  <a:moveTo>
                    <a:pt x="0" y="3741"/>
                  </a:moveTo>
                  <a:cubicBezTo>
                    <a:pt x="36162" y="280"/>
                    <a:pt x="73241" y="-780"/>
                    <a:pt x="109968" y="562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6252511" y="4861622"/>
              <a:ext cx="113217" cy="4750"/>
            </a:xfrm>
            <a:custGeom>
              <a:avLst/>
              <a:gdLst/>
              <a:ahLst/>
              <a:cxnLst/>
              <a:rect l="l" t="t" r="r" b="b"/>
              <a:pathLst>
                <a:path w="113217" h="4750" extrusionOk="0">
                  <a:moveTo>
                    <a:pt x="0" y="4096"/>
                  </a:moveTo>
                  <a:cubicBezTo>
                    <a:pt x="37857" y="5721"/>
                    <a:pt x="75996" y="4308"/>
                    <a:pt x="113217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6283023" y="4900609"/>
              <a:ext cx="82633" cy="50140"/>
            </a:xfrm>
            <a:custGeom>
              <a:avLst/>
              <a:gdLst/>
              <a:ahLst/>
              <a:cxnLst/>
              <a:rect l="l" t="t" r="r" b="b"/>
              <a:pathLst>
                <a:path w="82633" h="50140" extrusionOk="0">
                  <a:moveTo>
                    <a:pt x="0" y="7840"/>
                  </a:moveTo>
                  <a:cubicBezTo>
                    <a:pt x="1766" y="21118"/>
                    <a:pt x="4238" y="35879"/>
                    <a:pt x="14761" y="44143"/>
                  </a:cubicBezTo>
                  <a:cubicBezTo>
                    <a:pt x="26203" y="53113"/>
                    <a:pt x="42942" y="50852"/>
                    <a:pt x="56220" y="44990"/>
                  </a:cubicBezTo>
                  <a:cubicBezTo>
                    <a:pt x="65049" y="41106"/>
                    <a:pt x="73524" y="35526"/>
                    <a:pt x="78539" y="27262"/>
                  </a:cubicBezTo>
                  <a:cubicBezTo>
                    <a:pt x="83553" y="18999"/>
                    <a:pt x="84401" y="7699"/>
                    <a:pt x="78609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5981441" y="4729830"/>
              <a:ext cx="80868" cy="47956"/>
            </a:xfrm>
            <a:custGeom>
              <a:avLst/>
              <a:gdLst/>
              <a:ahLst/>
              <a:cxnLst/>
              <a:rect l="l" t="t" r="r" b="b"/>
              <a:pathLst>
                <a:path w="80868" h="47956" extrusionOk="0">
                  <a:moveTo>
                    <a:pt x="0" y="47956"/>
                  </a:moveTo>
                  <a:cubicBezTo>
                    <a:pt x="26627" y="31430"/>
                    <a:pt x="53607" y="15397"/>
                    <a:pt x="80869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5932213" y="4591823"/>
              <a:ext cx="84330" cy="7486"/>
            </a:xfrm>
            <a:custGeom>
              <a:avLst/>
              <a:gdLst/>
              <a:ahLst/>
              <a:cxnLst/>
              <a:rect l="l" t="t" r="r" b="b"/>
              <a:pathLst>
                <a:path w="84330" h="7486" extrusionOk="0">
                  <a:moveTo>
                    <a:pt x="0" y="7487"/>
                  </a:moveTo>
                  <a:lnTo>
                    <a:pt x="84330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5979110" y="4302529"/>
              <a:ext cx="85954" cy="51629"/>
            </a:xfrm>
            <a:custGeom>
              <a:avLst/>
              <a:gdLst/>
              <a:ahLst/>
              <a:cxnLst/>
              <a:rect l="l" t="t" r="r" b="b"/>
              <a:pathLst>
                <a:path w="85954" h="51629" extrusionOk="0">
                  <a:moveTo>
                    <a:pt x="85954" y="51629"/>
                  </a:moveTo>
                  <a:cubicBezTo>
                    <a:pt x="56432" y="35950"/>
                    <a:pt x="27686" y="18717"/>
                    <a:pt x="0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6260182" y="4153080"/>
              <a:ext cx="7019" cy="103187"/>
            </a:xfrm>
            <a:custGeom>
              <a:avLst/>
              <a:gdLst/>
              <a:ahLst/>
              <a:cxnLst/>
              <a:rect l="l" t="t" r="r" b="b"/>
              <a:pathLst>
                <a:path w="7019" h="103187" extrusionOk="0">
                  <a:moveTo>
                    <a:pt x="7020" y="103188"/>
                  </a:moveTo>
                  <a:cubicBezTo>
                    <a:pt x="1017" y="69216"/>
                    <a:pt x="-1173" y="34537"/>
                    <a:pt x="593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6450059" y="4228511"/>
              <a:ext cx="68368" cy="90969"/>
            </a:xfrm>
            <a:custGeom>
              <a:avLst/>
              <a:gdLst/>
              <a:ahLst/>
              <a:cxnLst/>
              <a:rect l="l" t="t" r="r" b="b"/>
              <a:pathLst>
                <a:path w="68368" h="90969" extrusionOk="0">
                  <a:moveTo>
                    <a:pt x="0" y="90969"/>
                  </a:moveTo>
                  <a:lnTo>
                    <a:pt x="68368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6532270" y="4394417"/>
              <a:ext cx="102340" cy="33195"/>
            </a:xfrm>
            <a:custGeom>
              <a:avLst/>
              <a:gdLst/>
              <a:ahLst/>
              <a:cxnLst/>
              <a:rect l="l" t="t" r="r" b="b"/>
              <a:pathLst>
                <a:path w="102340" h="33195" extrusionOk="0">
                  <a:moveTo>
                    <a:pt x="0" y="33195"/>
                  </a:moveTo>
                  <a:cubicBezTo>
                    <a:pt x="19776" y="29805"/>
                    <a:pt x="38775" y="22954"/>
                    <a:pt x="57703" y="16103"/>
                  </a:cubicBezTo>
                  <a:lnTo>
                    <a:pt x="102340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6565395" y="4557475"/>
              <a:ext cx="81579" cy="4259"/>
            </a:xfrm>
            <a:custGeom>
              <a:avLst/>
              <a:gdLst/>
              <a:ahLst/>
              <a:cxnLst/>
              <a:rect l="l" t="t" r="r" b="b"/>
              <a:pathLst>
                <a:path w="81579" h="4259" extrusionOk="0">
                  <a:moveTo>
                    <a:pt x="0" y="4260"/>
                  </a:moveTo>
                  <a:lnTo>
                    <a:pt x="78397" y="2776"/>
                  </a:lnTo>
                  <a:cubicBezTo>
                    <a:pt x="79598" y="2776"/>
                    <a:pt x="81010" y="2565"/>
                    <a:pt x="81505" y="1505"/>
                  </a:cubicBezTo>
                  <a:cubicBezTo>
                    <a:pt x="81999" y="446"/>
                    <a:pt x="79881" y="-684"/>
                    <a:pt x="79739" y="516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6548585" y="4692892"/>
              <a:ext cx="97325" cy="45272"/>
            </a:xfrm>
            <a:custGeom>
              <a:avLst/>
              <a:gdLst/>
              <a:ahLst/>
              <a:cxnLst/>
              <a:rect l="l" t="t" r="r" b="b"/>
              <a:pathLst>
                <a:path w="97325" h="45272" extrusionOk="0">
                  <a:moveTo>
                    <a:pt x="0" y="0"/>
                  </a:moveTo>
                  <a:cubicBezTo>
                    <a:pt x="33336" y="13137"/>
                    <a:pt x="65826" y="28251"/>
                    <a:pt x="97325" y="45273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6"/>
          <p:cNvGrpSpPr/>
          <p:nvPr/>
        </p:nvGrpSpPr>
        <p:grpSpPr>
          <a:xfrm>
            <a:off x="10269082" y="5376643"/>
            <a:ext cx="718538" cy="497904"/>
            <a:chOff x="9711053" y="4291818"/>
            <a:chExt cx="718538" cy="497904"/>
          </a:xfrm>
        </p:grpSpPr>
        <p:sp>
          <p:nvSpPr>
            <p:cNvPr id="234" name="Google Shape;234;p6"/>
            <p:cNvSpPr/>
            <p:nvPr/>
          </p:nvSpPr>
          <p:spPr>
            <a:xfrm>
              <a:off x="9711053" y="4291818"/>
              <a:ext cx="718538" cy="497904"/>
            </a:xfrm>
            <a:custGeom>
              <a:avLst/>
              <a:gdLst/>
              <a:ahLst/>
              <a:cxnLst/>
              <a:rect l="l" t="t" r="r" b="b"/>
              <a:pathLst>
                <a:path w="718538" h="497904" extrusionOk="0">
                  <a:moveTo>
                    <a:pt x="269710" y="428548"/>
                  </a:moveTo>
                  <a:cubicBezTo>
                    <a:pt x="180366" y="420213"/>
                    <a:pt x="97519" y="388713"/>
                    <a:pt x="44336" y="316390"/>
                  </a:cubicBezTo>
                  <a:cubicBezTo>
                    <a:pt x="-62948" y="170543"/>
                    <a:pt x="55777" y="74700"/>
                    <a:pt x="74706" y="59445"/>
                  </a:cubicBezTo>
                  <a:cubicBezTo>
                    <a:pt x="126970" y="17279"/>
                    <a:pt x="280940" y="-18459"/>
                    <a:pt x="534778" y="10499"/>
                  </a:cubicBezTo>
                  <a:cubicBezTo>
                    <a:pt x="570304" y="14525"/>
                    <a:pt x="702096" y="55560"/>
                    <a:pt x="717563" y="186222"/>
                  </a:cubicBezTo>
                  <a:cubicBezTo>
                    <a:pt x="721590" y="220477"/>
                    <a:pt x="724697" y="412586"/>
                    <a:pt x="475097" y="434975"/>
                  </a:cubicBezTo>
                  <a:cubicBezTo>
                    <a:pt x="453485" y="436882"/>
                    <a:pt x="431802" y="437588"/>
                    <a:pt x="410401" y="440696"/>
                  </a:cubicBezTo>
                  <a:cubicBezTo>
                    <a:pt x="360538" y="447900"/>
                    <a:pt x="313712" y="469865"/>
                    <a:pt x="271758" y="497904"/>
                  </a:cubicBezTo>
                  <a:cubicBezTo>
                    <a:pt x="272818" y="473184"/>
                    <a:pt x="265684" y="448535"/>
                    <a:pt x="269781" y="42854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9859283" y="4392752"/>
              <a:ext cx="426806" cy="10987"/>
            </a:xfrm>
            <a:custGeom>
              <a:avLst/>
              <a:gdLst/>
              <a:ahLst/>
              <a:cxnLst/>
              <a:rect l="l" t="t" r="r" b="b"/>
              <a:pathLst>
                <a:path w="426806" h="10987" extrusionOk="0">
                  <a:moveTo>
                    <a:pt x="0" y="10987"/>
                  </a:moveTo>
                  <a:cubicBezTo>
                    <a:pt x="142033" y="1735"/>
                    <a:pt x="284491" y="-1655"/>
                    <a:pt x="426807" y="746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9859283" y="4441526"/>
              <a:ext cx="441991" cy="20129"/>
            </a:xfrm>
            <a:custGeom>
              <a:avLst/>
              <a:gdLst/>
              <a:ahLst/>
              <a:cxnLst/>
              <a:rect l="l" t="t" r="r" b="b"/>
              <a:pathLst>
                <a:path w="441991" h="20129" extrusionOk="0">
                  <a:moveTo>
                    <a:pt x="0" y="20129"/>
                  </a:moveTo>
                  <a:cubicBezTo>
                    <a:pt x="147119" y="10100"/>
                    <a:pt x="294520" y="3390"/>
                    <a:pt x="441992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9861119" y="4501701"/>
              <a:ext cx="440861" cy="18433"/>
            </a:xfrm>
            <a:custGeom>
              <a:avLst/>
              <a:gdLst/>
              <a:ahLst/>
              <a:cxnLst/>
              <a:rect l="l" t="t" r="r" b="b"/>
              <a:pathLst>
                <a:path w="440861" h="18433" extrusionOk="0">
                  <a:moveTo>
                    <a:pt x="0" y="18434"/>
                  </a:moveTo>
                  <a:cubicBezTo>
                    <a:pt x="146766" y="9040"/>
                    <a:pt x="293813" y="2896"/>
                    <a:pt x="440862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9861966" y="4555943"/>
              <a:ext cx="447076" cy="24932"/>
            </a:xfrm>
            <a:custGeom>
              <a:avLst/>
              <a:gdLst/>
              <a:ahLst/>
              <a:cxnLst/>
              <a:rect l="l" t="t" r="r" b="b"/>
              <a:pathLst>
                <a:path w="447076" h="24932" extrusionOk="0">
                  <a:moveTo>
                    <a:pt x="0" y="24932"/>
                  </a:moveTo>
                  <a:cubicBezTo>
                    <a:pt x="148390" y="8264"/>
                    <a:pt x="297769" y="-70"/>
                    <a:pt x="447077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6"/>
          <p:cNvGrpSpPr/>
          <p:nvPr/>
        </p:nvGrpSpPr>
        <p:grpSpPr>
          <a:xfrm>
            <a:off x="9320367" y="634202"/>
            <a:ext cx="679947" cy="652506"/>
            <a:chOff x="3896486" y="3679569"/>
            <a:chExt cx="792294" cy="760319"/>
          </a:xfrm>
        </p:grpSpPr>
        <p:sp>
          <p:nvSpPr>
            <p:cNvPr id="240" name="Google Shape;240;p6"/>
            <p:cNvSpPr/>
            <p:nvPr/>
          </p:nvSpPr>
          <p:spPr>
            <a:xfrm>
              <a:off x="4023740" y="3792188"/>
              <a:ext cx="549116" cy="527138"/>
            </a:xfrm>
            <a:custGeom>
              <a:avLst/>
              <a:gdLst/>
              <a:ahLst/>
              <a:cxnLst/>
              <a:rect l="l" t="t" r="r" b="b"/>
              <a:pathLst>
                <a:path w="549116" h="527138" extrusionOk="0">
                  <a:moveTo>
                    <a:pt x="356330" y="0"/>
                  </a:moveTo>
                  <a:cubicBezTo>
                    <a:pt x="314420" y="41720"/>
                    <a:pt x="272034" y="83058"/>
                    <a:pt x="229267" y="123920"/>
                  </a:cubicBezTo>
                  <a:cubicBezTo>
                    <a:pt x="225457" y="127635"/>
                    <a:pt x="221266" y="131445"/>
                    <a:pt x="216122" y="132588"/>
                  </a:cubicBezTo>
                  <a:cubicBezTo>
                    <a:pt x="209740" y="134017"/>
                    <a:pt x="203263" y="131064"/>
                    <a:pt x="197263" y="128397"/>
                  </a:cubicBezTo>
                  <a:cubicBezTo>
                    <a:pt x="163449" y="113443"/>
                    <a:pt x="125635" y="105632"/>
                    <a:pt x="89154" y="111633"/>
                  </a:cubicBezTo>
                  <a:cubicBezTo>
                    <a:pt x="52673" y="117634"/>
                    <a:pt x="17812" y="138684"/>
                    <a:pt x="0" y="171069"/>
                  </a:cubicBezTo>
                  <a:lnTo>
                    <a:pt x="236220" y="393478"/>
                  </a:lnTo>
                  <a:cubicBezTo>
                    <a:pt x="274606" y="429673"/>
                    <a:pt x="313372" y="466154"/>
                    <a:pt x="343662" y="509302"/>
                  </a:cubicBezTo>
                  <a:cubicBezTo>
                    <a:pt x="348234" y="515779"/>
                    <a:pt x="352996" y="522732"/>
                    <a:pt x="360331" y="525685"/>
                  </a:cubicBezTo>
                  <a:cubicBezTo>
                    <a:pt x="375095" y="531590"/>
                    <a:pt x="390430" y="518446"/>
                    <a:pt x="399193" y="505206"/>
                  </a:cubicBezTo>
                  <a:cubicBezTo>
                    <a:pt x="435959" y="449485"/>
                    <a:pt x="430911" y="369570"/>
                    <a:pt x="387287" y="318992"/>
                  </a:cubicBezTo>
                  <a:cubicBezTo>
                    <a:pt x="441293" y="274320"/>
                    <a:pt x="495205" y="229457"/>
                    <a:pt x="549116" y="184499"/>
                  </a:cubicBezTo>
                  <a:cubicBezTo>
                    <a:pt x="487204" y="117729"/>
                    <a:pt x="422243" y="53816"/>
                    <a:pt x="356425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4372260" y="3679569"/>
              <a:ext cx="316520" cy="306768"/>
            </a:xfrm>
            <a:custGeom>
              <a:avLst/>
              <a:gdLst/>
              <a:ahLst/>
              <a:cxnLst/>
              <a:rect l="l" t="t" r="r" b="b"/>
              <a:pathLst>
                <a:path w="316520" h="306768" extrusionOk="0">
                  <a:moveTo>
                    <a:pt x="7429" y="113857"/>
                  </a:moveTo>
                  <a:cubicBezTo>
                    <a:pt x="3048" y="94998"/>
                    <a:pt x="-1334" y="75757"/>
                    <a:pt x="381" y="56422"/>
                  </a:cubicBezTo>
                  <a:cubicBezTo>
                    <a:pt x="2095" y="37086"/>
                    <a:pt x="10763" y="17464"/>
                    <a:pt x="27241" y="7273"/>
                  </a:cubicBezTo>
                  <a:cubicBezTo>
                    <a:pt x="52768" y="-8634"/>
                    <a:pt x="87630" y="3558"/>
                    <a:pt x="109251" y="24513"/>
                  </a:cubicBezTo>
                  <a:cubicBezTo>
                    <a:pt x="138302" y="52611"/>
                    <a:pt x="255841" y="139765"/>
                    <a:pt x="294513" y="203011"/>
                  </a:cubicBezTo>
                  <a:cubicBezTo>
                    <a:pt x="306895" y="223299"/>
                    <a:pt x="327660" y="259399"/>
                    <a:pt x="309181" y="277973"/>
                  </a:cubicBezTo>
                  <a:cubicBezTo>
                    <a:pt x="282892" y="304262"/>
                    <a:pt x="235362" y="314073"/>
                    <a:pt x="200501" y="30102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3896486" y="4104608"/>
              <a:ext cx="354806" cy="335280"/>
            </a:xfrm>
            <a:custGeom>
              <a:avLst/>
              <a:gdLst/>
              <a:ahLst/>
              <a:cxnLst/>
              <a:rect l="l" t="t" r="r" b="b"/>
              <a:pathLst>
                <a:path w="354806" h="335280" extrusionOk="0">
                  <a:moveTo>
                    <a:pt x="277463" y="0"/>
                  </a:moveTo>
                  <a:cubicBezTo>
                    <a:pt x="192786" y="114205"/>
                    <a:pt x="95917" y="230410"/>
                    <a:pt x="0" y="335280"/>
                  </a:cubicBezTo>
                  <a:cubicBezTo>
                    <a:pt x="129540" y="257842"/>
                    <a:pt x="243554" y="174784"/>
                    <a:pt x="354806" y="72771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4284249" y="3882485"/>
              <a:ext cx="66484" cy="74961"/>
            </a:xfrm>
            <a:custGeom>
              <a:avLst/>
              <a:gdLst/>
              <a:ahLst/>
              <a:cxnLst/>
              <a:rect l="l" t="t" r="r" b="b"/>
              <a:pathLst>
                <a:path w="66484" h="74961" extrusionOk="0">
                  <a:moveTo>
                    <a:pt x="0" y="74962"/>
                  </a:moveTo>
                  <a:cubicBezTo>
                    <a:pt x="16859" y="45911"/>
                    <a:pt x="39624" y="20288"/>
                    <a:pt x="66484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6"/>
          <p:cNvSpPr/>
          <p:nvPr/>
        </p:nvSpPr>
        <p:spPr>
          <a:xfrm rot="-9375345">
            <a:off x="10849480" y="4062267"/>
            <a:ext cx="714866" cy="712533"/>
          </a:xfrm>
          <a:custGeom>
            <a:avLst/>
            <a:gdLst/>
            <a:ahLst/>
            <a:cxnLst/>
            <a:rect l="l" t="t" r="r" b="b"/>
            <a:pathLst>
              <a:path w="715141" h="712807" extrusionOk="0">
                <a:moveTo>
                  <a:pt x="2958" y="351568"/>
                </a:moveTo>
                <a:cubicBezTo>
                  <a:pt x="22389" y="312420"/>
                  <a:pt x="43725" y="271272"/>
                  <a:pt x="81253" y="248888"/>
                </a:cubicBezTo>
                <a:cubicBezTo>
                  <a:pt x="118782" y="226504"/>
                  <a:pt x="177170" y="233553"/>
                  <a:pt x="194029" y="273844"/>
                </a:cubicBezTo>
                <a:cubicBezTo>
                  <a:pt x="201554" y="291846"/>
                  <a:pt x="200602" y="314516"/>
                  <a:pt x="215079" y="327470"/>
                </a:cubicBezTo>
                <a:cubicBezTo>
                  <a:pt x="237273" y="347281"/>
                  <a:pt x="271468" y="327088"/>
                  <a:pt x="292804" y="306419"/>
                </a:cubicBezTo>
                <a:cubicBezTo>
                  <a:pt x="315473" y="284512"/>
                  <a:pt x="338714" y="257270"/>
                  <a:pt x="335380" y="225933"/>
                </a:cubicBezTo>
                <a:cubicBezTo>
                  <a:pt x="332618" y="199263"/>
                  <a:pt x="310425" y="177927"/>
                  <a:pt x="285469" y="168212"/>
                </a:cubicBezTo>
                <a:cubicBezTo>
                  <a:pt x="260514" y="158496"/>
                  <a:pt x="233082" y="158210"/>
                  <a:pt x="206316" y="158020"/>
                </a:cubicBezTo>
                <a:cubicBezTo>
                  <a:pt x="238416" y="87821"/>
                  <a:pt x="297471" y="30289"/>
                  <a:pt x="368527" y="0"/>
                </a:cubicBezTo>
                <a:cubicBezTo>
                  <a:pt x="384719" y="31337"/>
                  <a:pt x="405294" y="60293"/>
                  <a:pt x="429582" y="85916"/>
                </a:cubicBezTo>
                <a:cubicBezTo>
                  <a:pt x="444251" y="101441"/>
                  <a:pt x="461301" y="116205"/>
                  <a:pt x="482065" y="121349"/>
                </a:cubicBezTo>
                <a:cubicBezTo>
                  <a:pt x="502830" y="126492"/>
                  <a:pt x="528071" y="118967"/>
                  <a:pt x="537215" y="99631"/>
                </a:cubicBezTo>
                <a:cubicBezTo>
                  <a:pt x="545407" y="82105"/>
                  <a:pt x="538739" y="60960"/>
                  <a:pt x="544073" y="42386"/>
                </a:cubicBezTo>
                <a:cubicBezTo>
                  <a:pt x="552169" y="14288"/>
                  <a:pt x="587221" y="667"/>
                  <a:pt x="615606" y="7906"/>
                </a:cubicBezTo>
                <a:cubicBezTo>
                  <a:pt x="643990" y="15145"/>
                  <a:pt x="665802" y="38005"/>
                  <a:pt x="681900" y="62484"/>
                </a:cubicBezTo>
                <a:cubicBezTo>
                  <a:pt x="699426" y="89059"/>
                  <a:pt x="710094" y="128778"/>
                  <a:pt x="685995" y="149543"/>
                </a:cubicBezTo>
                <a:cubicBezTo>
                  <a:pt x="659707" y="172117"/>
                  <a:pt x="607605" y="156686"/>
                  <a:pt x="593603" y="188404"/>
                </a:cubicBezTo>
                <a:cubicBezTo>
                  <a:pt x="584650" y="208693"/>
                  <a:pt x="600842" y="230505"/>
                  <a:pt x="615796" y="246793"/>
                </a:cubicBezTo>
                <a:lnTo>
                  <a:pt x="715142" y="354235"/>
                </a:lnTo>
                <a:cubicBezTo>
                  <a:pt x="684852" y="359664"/>
                  <a:pt x="667803" y="390906"/>
                  <a:pt x="651991" y="417290"/>
                </a:cubicBezTo>
                <a:cubicBezTo>
                  <a:pt x="636180" y="443675"/>
                  <a:pt x="609510" y="471392"/>
                  <a:pt x="579792" y="463487"/>
                </a:cubicBezTo>
                <a:cubicBezTo>
                  <a:pt x="534262" y="451390"/>
                  <a:pt x="540930" y="375380"/>
                  <a:pt x="499401" y="353187"/>
                </a:cubicBezTo>
                <a:cubicBezTo>
                  <a:pt x="467873" y="336328"/>
                  <a:pt x="430154" y="361283"/>
                  <a:pt x="407199" y="388620"/>
                </a:cubicBezTo>
                <a:cubicBezTo>
                  <a:pt x="390149" y="409004"/>
                  <a:pt x="375290" y="432911"/>
                  <a:pt x="374242" y="459391"/>
                </a:cubicBezTo>
                <a:cubicBezTo>
                  <a:pt x="373195" y="485870"/>
                  <a:pt x="390149" y="514541"/>
                  <a:pt x="416247" y="518636"/>
                </a:cubicBezTo>
                <a:cubicBezTo>
                  <a:pt x="429392" y="520732"/>
                  <a:pt x="443298" y="516636"/>
                  <a:pt x="455967" y="520637"/>
                </a:cubicBezTo>
                <a:cubicBezTo>
                  <a:pt x="474445" y="526447"/>
                  <a:pt x="484161" y="548354"/>
                  <a:pt x="481589" y="567595"/>
                </a:cubicBezTo>
                <a:cubicBezTo>
                  <a:pt x="479017" y="586835"/>
                  <a:pt x="467111" y="603409"/>
                  <a:pt x="453966" y="617696"/>
                </a:cubicBezTo>
                <a:cubicBezTo>
                  <a:pt x="421391" y="653034"/>
                  <a:pt x="379005" y="679133"/>
                  <a:pt x="332809" y="692277"/>
                </a:cubicBezTo>
                <a:cubicBezTo>
                  <a:pt x="320997" y="657416"/>
                  <a:pt x="307758" y="620459"/>
                  <a:pt x="278421" y="598361"/>
                </a:cubicBezTo>
                <a:cubicBezTo>
                  <a:pt x="249084" y="576263"/>
                  <a:pt x="198411" y="578930"/>
                  <a:pt x="183552" y="612553"/>
                </a:cubicBezTo>
                <a:cubicBezTo>
                  <a:pt x="174884" y="632174"/>
                  <a:pt x="180599" y="655796"/>
                  <a:pt x="172027" y="675418"/>
                </a:cubicBezTo>
                <a:cubicBezTo>
                  <a:pt x="164883" y="691705"/>
                  <a:pt x="148881" y="702564"/>
                  <a:pt x="132117" y="708184"/>
                </a:cubicBezTo>
                <a:cubicBezTo>
                  <a:pt x="84873" y="723805"/>
                  <a:pt x="27818" y="698468"/>
                  <a:pt x="7815" y="652939"/>
                </a:cubicBezTo>
                <a:cubicBezTo>
                  <a:pt x="-12187" y="607409"/>
                  <a:pt x="7625" y="548164"/>
                  <a:pt x="51059" y="523970"/>
                </a:cubicBezTo>
                <a:cubicBezTo>
                  <a:pt x="64108" y="516636"/>
                  <a:pt x="79158" y="512064"/>
                  <a:pt x="89540" y="501205"/>
                </a:cubicBezTo>
                <a:cubicBezTo>
                  <a:pt x="108114" y="481870"/>
                  <a:pt x="104685" y="448913"/>
                  <a:pt x="89064" y="427101"/>
                </a:cubicBezTo>
                <a:cubicBezTo>
                  <a:pt x="73443" y="405289"/>
                  <a:pt x="48964" y="391954"/>
                  <a:pt x="2958" y="351472"/>
                </a:cubicBez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245;p6"/>
          <p:cNvGrpSpPr/>
          <p:nvPr/>
        </p:nvGrpSpPr>
        <p:grpSpPr>
          <a:xfrm rot="742108">
            <a:off x="2515098" y="469450"/>
            <a:ext cx="741052" cy="743051"/>
            <a:chOff x="7970244" y="-543333"/>
            <a:chExt cx="741045" cy="743044"/>
          </a:xfrm>
        </p:grpSpPr>
        <p:sp>
          <p:nvSpPr>
            <p:cNvPr id="246" name="Google Shape;246;p6"/>
            <p:cNvSpPr/>
            <p:nvPr/>
          </p:nvSpPr>
          <p:spPr>
            <a:xfrm>
              <a:off x="8025585" y="-541714"/>
              <a:ext cx="684847" cy="707802"/>
            </a:xfrm>
            <a:custGeom>
              <a:avLst/>
              <a:gdLst/>
              <a:ahLst/>
              <a:cxnLst/>
              <a:rect l="l" t="t" r="r" b="b"/>
              <a:pathLst>
                <a:path w="684847" h="707802" extrusionOk="0">
                  <a:moveTo>
                    <a:pt x="212027" y="376333"/>
                  </a:moveTo>
                  <a:lnTo>
                    <a:pt x="169355" y="534924"/>
                  </a:lnTo>
                  <a:cubicBezTo>
                    <a:pt x="196691" y="530161"/>
                    <a:pt x="216789" y="507873"/>
                    <a:pt x="238125" y="490157"/>
                  </a:cubicBezTo>
                  <a:cubicBezTo>
                    <a:pt x="259461" y="472440"/>
                    <a:pt x="289656" y="458153"/>
                    <a:pt x="313944" y="471487"/>
                  </a:cubicBezTo>
                  <a:cubicBezTo>
                    <a:pt x="390525" y="542163"/>
                    <a:pt x="458914" y="621602"/>
                    <a:pt x="517493" y="707803"/>
                  </a:cubicBezTo>
                  <a:cubicBezTo>
                    <a:pt x="500158" y="645319"/>
                    <a:pt x="517589" y="579120"/>
                    <a:pt x="535305" y="516731"/>
                  </a:cubicBezTo>
                  <a:cubicBezTo>
                    <a:pt x="584073" y="344233"/>
                    <a:pt x="634460" y="172117"/>
                    <a:pt x="684848" y="0"/>
                  </a:cubicBezTo>
                  <a:cubicBezTo>
                    <a:pt x="522161" y="68675"/>
                    <a:pt x="350806" y="113919"/>
                    <a:pt x="180118" y="158972"/>
                  </a:cubicBezTo>
                  <a:lnTo>
                    <a:pt x="0" y="206502"/>
                  </a:lnTo>
                  <a:cubicBezTo>
                    <a:pt x="83534" y="240316"/>
                    <a:pt x="155639" y="301466"/>
                    <a:pt x="212027" y="37633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8239326" y="-543333"/>
              <a:ext cx="471963" cy="480440"/>
            </a:xfrm>
            <a:custGeom>
              <a:avLst/>
              <a:gdLst/>
              <a:ahLst/>
              <a:cxnLst/>
              <a:rect l="l" t="t" r="r" b="b"/>
              <a:pathLst>
                <a:path w="471963" h="480440" extrusionOk="0">
                  <a:moveTo>
                    <a:pt x="0" y="371380"/>
                  </a:moveTo>
                  <a:cubicBezTo>
                    <a:pt x="156210" y="246221"/>
                    <a:pt x="313563" y="122396"/>
                    <a:pt x="471964" y="0"/>
                  </a:cubicBezTo>
                  <a:cubicBezTo>
                    <a:pt x="355282" y="162877"/>
                    <a:pt x="238506" y="325850"/>
                    <a:pt x="110966" y="480441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7970244" y="166945"/>
              <a:ext cx="47815" cy="32766"/>
            </a:xfrm>
            <a:custGeom>
              <a:avLst/>
              <a:gdLst/>
              <a:ahLst/>
              <a:cxnLst/>
              <a:rect l="l" t="t" r="r" b="b"/>
              <a:pathLst>
                <a:path w="47815" h="32766" extrusionOk="0">
                  <a:moveTo>
                    <a:pt x="0" y="32766"/>
                  </a:moveTo>
                  <a:lnTo>
                    <a:pt x="47816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8088640" y="33595"/>
              <a:ext cx="52863" cy="52863"/>
            </a:xfrm>
            <a:custGeom>
              <a:avLst/>
              <a:gdLst/>
              <a:ahLst/>
              <a:cxnLst/>
              <a:rect l="l" t="t" r="r" b="b"/>
              <a:pathLst>
                <a:path w="52863" h="52863" extrusionOk="0">
                  <a:moveTo>
                    <a:pt x="0" y="52864"/>
                  </a:moveTo>
                  <a:lnTo>
                    <a:pt x="52864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6"/>
          <p:cNvSpPr/>
          <p:nvPr/>
        </p:nvSpPr>
        <p:spPr>
          <a:xfrm rot="-459229">
            <a:off x="5457646" y="5822053"/>
            <a:ext cx="882966" cy="5272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1" name="Google Shape;251;p6"/>
          <p:cNvGrpSpPr/>
          <p:nvPr/>
        </p:nvGrpSpPr>
        <p:grpSpPr>
          <a:xfrm rot="-1479810">
            <a:off x="5604410" y="5760243"/>
            <a:ext cx="735272" cy="651165"/>
            <a:chOff x="3116097" y="-1477902"/>
            <a:chExt cx="735251" cy="651147"/>
          </a:xfrm>
        </p:grpSpPr>
        <p:sp>
          <p:nvSpPr>
            <p:cNvPr id="252" name="Google Shape;252;p6"/>
            <p:cNvSpPr/>
            <p:nvPr/>
          </p:nvSpPr>
          <p:spPr>
            <a:xfrm>
              <a:off x="3116097" y="-1477902"/>
              <a:ext cx="612260" cy="559814"/>
            </a:xfrm>
            <a:custGeom>
              <a:avLst/>
              <a:gdLst/>
              <a:ahLst/>
              <a:cxnLst/>
              <a:rect l="l" t="t" r="r" b="b"/>
              <a:pathLst>
                <a:path w="612260" h="559814" extrusionOk="0">
                  <a:moveTo>
                    <a:pt x="583519" y="8073"/>
                  </a:moveTo>
                  <a:cubicBezTo>
                    <a:pt x="550562" y="-6786"/>
                    <a:pt x="511319" y="548"/>
                    <a:pt x="478839" y="16455"/>
                  </a:cubicBezTo>
                  <a:cubicBezTo>
                    <a:pt x="446359" y="32361"/>
                    <a:pt x="418450" y="56079"/>
                    <a:pt x="388161" y="75795"/>
                  </a:cubicBezTo>
                  <a:cubicBezTo>
                    <a:pt x="330344" y="113514"/>
                    <a:pt x="263193" y="136946"/>
                    <a:pt x="194518" y="143328"/>
                  </a:cubicBezTo>
                  <a:cubicBezTo>
                    <a:pt x="140797" y="148281"/>
                    <a:pt x="80789" y="145137"/>
                    <a:pt x="40403" y="180761"/>
                  </a:cubicBezTo>
                  <a:cubicBezTo>
                    <a:pt x="5065" y="212098"/>
                    <a:pt x="-3317" y="264390"/>
                    <a:pt x="1065" y="311349"/>
                  </a:cubicBezTo>
                  <a:cubicBezTo>
                    <a:pt x="3541" y="337066"/>
                    <a:pt x="9637" y="363736"/>
                    <a:pt x="26401" y="383453"/>
                  </a:cubicBezTo>
                  <a:cubicBezTo>
                    <a:pt x="53071" y="414790"/>
                    <a:pt x="99077" y="420791"/>
                    <a:pt x="140035" y="417457"/>
                  </a:cubicBezTo>
                  <a:cubicBezTo>
                    <a:pt x="180992" y="414123"/>
                    <a:pt x="222235" y="403836"/>
                    <a:pt x="262717" y="411075"/>
                  </a:cubicBezTo>
                  <a:cubicBezTo>
                    <a:pt x="324534" y="422124"/>
                    <a:pt x="371016" y="471083"/>
                    <a:pt x="420641" y="509564"/>
                  </a:cubicBezTo>
                  <a:cubicBezTo>
                    <a:pt x="470266" y="548045"/>
                    <a:pt x="539418" y="577953"/>
                    <a:pt x="593901" y="546902"/>
                  </a:cubicBezTo>
                  <a:cubicBezTo>
                    <a:pt x="599521" y="543663"/>
                    <a:pt x="604950" y="539758"/>
                    <a:pt x="608284" y="534138"/>
                  </a:cubicBezTo>
                  <a:cubicBezTo>
                    <a:pt x="614189" y="524232"/>
                    <a:pt x="612284" y="511850"/>
                    <a:pt x="610379" y="500515"/>
                  </a:cubicBezTo>
                  <a:cubicBezTo>
                    <a:pt x="587805" y="367832"/>
                    <a:pt x="584471" y="231910"/>
                    <a:pt x="600664" y="98274"/>
                  </a:cubicBezTo>
                  <a:cubicBezTo>
                    <a:pt x="603807" y="72271"/>
                    <a:pt x="606950" y="43315"/>
                    <a:pt x="583328" y="816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3609033" y="-1465067"/>
              <a:ext cx="4571" cy="532066"/>
            </a:xfrm>
            <a:custGeom>
              <a:avLst/>
              <a:gdLst/>
              <a:ahLst/>
              <a:cxnLst/>
              <a:rect l="l" t="t" r="r" b="b"/>
              <a:pathLst>
                <a:path w="4571" h="532066" extrusionOk="0">
                  <a:moveTo>
                    <a:pt x="0" y="0"/>
                  </a:moveTo>
                  <a:lnTo>
                    <a:pt x="4572" y="53206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3383481" y="-1344004"/>
              <a:ext cx="6393" cy="277177"/>
            </a:xfrm>
            <a:custGeom>
              <a:avLst/>
              <a:gdLst/>
              <a:ahLst/>
              <a:cxnLst/>
              <a:rect l="l" t="t" r="r" b="b"/>
              <a:pathLst>
                <a:path w="6393" h="277177" extrusionOk="0">
                  <a:moveTo>
                    <a:pt x="6382" y="0"/>
                  </a:moveTo>
                  <a:cubicBezTo>
                    <a:pt x="6572" y="92393"/>
                    <a:pt x="4477" y="184880"/>
                    <a:pt x="0" y="277178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3292327" y="-1335051"/>
              <a:ext cx="7696" cy="268223"/>
            </a:xfrm>
            <a:custGeom>
              <a:avLst/>
              <a:gdLst/>
              <a:ahLst/>
              <a:cxnLst/>
              <a:rect l="l" t="t" r="r" b="b"/>
              <a:pathLst>
                <a:path w="7696" h="268223" extrusionOk="0">
                  <a:moveTo>
                    <a:pt x="0" y="0"/>
                  </a:moveTo>
                  <a:cubicBezTo>
                    <a:pt x="11335" y="91916"/>
                    <a:pt x="7048" y="175641"/>
                    <a:pt x="6191" y="26822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3243165" y="-1069494"/>
              <a:ext cx="92471" cy="242739"/>
            </a:xfrm>
            <a:custGeom>
              <a:avLst/>
              <a:gdLst/>
              <a:ahLst/>
              <a:cxnLst/>
              <a:rect l="l" t="t" r="r" b="b"/>
              <a:pathLst>
                <a:path w="92471" h="242739" extrusionOk="0">
                  <a:moveTo>
                    <a:pt x="299" y="11430"/>
                  </a:moveTo>
                  <a:cubicBezTo>
                    <a:pt x="-654" y="51149"/>
                    <a:pt x="680" y="90868"/>
                    <a:pt x="4204" y="130397"/>
                  </a:cubicBezTo>
                  <a:cubicBezTo>
                    <a:pt x="7252" y="163830"/>
                    <a:pt x="12205" y="198120"/>
                    <a:pt x="29064" y="227266"/>
                  </a:cubicBezTo>
                  <a:cubicBezTo>
                    <a:pt x="32493" y="233267"/>
                    <a:pt x="36875" y="239268"/>
                    <a:pt x="43352" y="241649"/>
                  </a:cubicBezTo>
                  <a:cubicBezTo>
                    <a:pt x="52496" y="245078"/>
                    <a:pt x="62783" y="239935"/>
                    <a:pt x="69545" y="232981"/>
                  </a:cubicBezTo>
                  <a:cubicBezTo>
                    <a:pt x="85928" y="216408"/>
                    <a:pt x="89167" y="191167"/>
                    <a:pt x="90596" y="167830"/>
                  </a:cubicBezTo>
                  <a:cubicBezTo>
                    <a:pt x="94120" y="111919"/>
                    <a:pt x="92691" y="55626"/>
                    <a:pt x="86214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3793437" y="-1351720"/>
              <a:ext cx="48387" cy="58578"/>
            </a:xfrm>
            <a:custGeom>
              <a:avLst/>
              <a:gdLst/>
              <a:ahLst/>
              <a:cxnLst/>
              <a:rect l="l" t="t" r="r" b="b"/>
              <a:pathLst>
                <a:path w="48387" h="58578" extrusionOk="0">
                  <a:moveTo>
                    <a:pt x="0" y="58579"/>
                  </a:moveTo>
                  <a:cubicBezTo>
                    <a:pt x="12002" y="36005"/>
                    <a:pt x="28575" y="16002"/>
                    <a:pt x="48387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3802295" y="-1212655"/>
              <a:ext cx="49053" cy="10858"/>
            </a:xfrm>
            <a:custGeom>
              <a:avLst/>
              <a:gdLst/>
              <a:ahLst/>
              <a:cxnLst/>
              <a:rect l="l" t="t" r="r" b="b"/>
              <a:pathLst>
                <a:path w="49053" h="10858" extrusionOk="0">
                  <a:moveTo>
                    <a:pt x="0" y="10858"/>
                  </a:moveTo>
                  <a:cubicBezTo>
                    <a:pt x="15716" y="5048"/>
                    <a:pt x="32290" y="1429"/>
                    <a:pt x="49054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3794389" y="-1106546"/>
              <a:ext cx="48863" cy="41433"/>
            </a:xfrm>
            <a:custGeom>
              <a:avLst/>
              <a:gdLst/>
              <a:ahLst/>
              <a:cxnLst/>
              <a:rect l="l" t="t" r="r" b="b"/>
              <a:pathLst>
                <a:path w="48863" h="41433" extrusionOk="0">
                  <a:moveTo>
                    <a:pt x="0" y="0"/>
                  </a:moveTo>
                  <a:cubicBezTo>
                    <a:pt x="17240" y="12573"/>
                    <a:pt x="33623" y="26384"/>
                    <a:pt x="48863" y="4143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6"/>
          <p:cNvGrpSpPr/>
          <p:nvPr/>
        </p:nvGrpSpPr>
        <p:grpSpPr>
          <a:xfrm rot="5029432">
            <a:off x="4334584" y="-214391"/>
            <a:ext cx="361479" cy="1726500"/>
            <a:chOff x="2748074" y="4303871"/>
            <a:chExt cx="377938" cy="1362206"/>
          </a:xfrm>
        </p:grpSpPr>
        <p:sp>
          <p:nvSpPr>
            <p:cNvPr id="261" name="Google Shape;261;p6"/>
            <p:cNvSpPr/>
            <p:nvPr/>
          </p:nvSpPr>
          <p:spPr>
            <a:xfrm>
              <a:off x="2748074" y="4326119"/>
              <a:ext cx="377938" cy="1339958"/>
            </a:xfrm>
            <a:custGeom>
              <a:avLst/>
              <a:gdLst/>
              <a:ahLst/>
              <a:cxnLst/>
              <a:rect l="l" t="t" r="r" b="b"/>
              <a:pathLst>
                <a:path w="377938" h="1339958" extrusionOk="0">
                  <a:moveTo>
                    <a:pt x="377939" y="1339958"/>
                  </a:moveTo>
                  <a:cubicBezTo>
                    <a:pt x="225806" y="1229072"/>
                    <a:pt x="122688" y="1061260"/>
                    <a:pt x="58629" y="884195"/>
                  </a:cubicBezTo>
                  <a:cubicBezTo>
                    <a:pt x="38853" y="829599"/>
                    <a:pt x="22467" y="773661"/>
                    <a:pt x="12155" y="716523"/>
                  </a:cubicBezTo>
                  <a:cubicBezTo>
                    <a:pt x="-33965" y="460143"/>
                    <a:pt x="53261" y="183563"/>
                    <a:pt x="238095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2804725" y="4303871"/>
              <a:ext cx="203762" cy="172473"/>
            </a:xfrm>
            <a:custGeom>
              <a:avLst/>
              <a:gdLst/>
              <a:ahLst/>
              <a:cxnLst/>
              <a:rect l="l" t="t" r="r" b="b"/>
              <a:pathLst>
                <a:path w="203762" h="172473" extrusionOk="0">
                  <a:moveTo>
                    <a:pt x="0" y="80304"/>
                  </a:moveTo>
                  <a:lnTo>
                    <a:pt x="136101" y="25850"/>
                  </a:lnTo>
                  <a:cubicBezTo>
                    <a:pt x="153546" y="18858"/>
                    <a:pt x="171203" y="11795"/>
                    <a:pt x="185823" y="0"/>
                  </a:cubicBezTo>
                  <a:cubicBezTo>
                    <a:pt x="181656" y="57986"/>
                    <a:pt x="187800" y="116607"/>
                    <a:pt x="203762" y="17247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6"/>
          <p:cNvGrpSpPr/>
          <p:nvPr/>
        </p:nvGrpSpPr>
        <p:grpSpPr>
          <a:xfrm rot="10252777">
            <a:off x="11194058" y="2151723"/>
            <a:ext cx="377916" cy="1362127"/>
            <a:chOff x="2748074" y="4303871"/>
            <a:chExt cx="377938" cy="1362206"/>
          </a:xfrm>
        </p:grpSpPr>
        <p:sp>
          <p:nvSpPr>
            <p:cNvPr id="264" name="Google Shape;264;p6"/>
            <p:cNvSpPr/>
            <p:nvPr/>
          </p:nvSpPr>
          <p:spPr>
            <a:xfrm>
              <a:off x="2748074" y="4326119"/>
              <a:ext cx="377938" cy="1339958"/>
            </a:xfrm>
            <a:custGeom>
              <a:avLst/>
              <a:gdLst/>
              <a:ahLst/>
              <a:cxnLst/>
              <a:rect l="l" t="t" r="r" b="b"/>
              <a:pathLst>
                <a:path w="377938" h="1339958" extrusionOk="0">
                  <a:moveTo>
                    <a:pt x="377939" y="1339958"/>
                  </a:moveTo>
                  <a:cubicBezTo>
                    <a:pt x="225806" y="1229072"/>
                    <a:pt x="122688" y="1061260"/>
                    <a:pt x="58629" y="884195"/>
                  </a:cubicBezTo>
                  <a:cubicBezTo>
                    <a:pt x="38853" y="829599"/>
                    <a:pt x="22467" y="773661"/>
                    <a:pt x="12155" y="716523"/>
                  </a:cubicBezTo>
                  <a:cubicBezTo>
                    <a:pt x="-33965" y="460143"/>
                    <a:pt x="53261" y="183563"/>
                    <a:pt x="238095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2804725" y="4303871"/>
              <a:ext cx="203762" cy="172473"/>
            </a:xfrm>
            <a:custGeom>
              <a:avLst/>
              <a:gdLst/>
              <a:ahLst/>
              <a:cxnLst/>
              <a:rect l="l" t="t" r="r" b="b"/>
              <a:pathLst>
                <a:path w="203762" h="172473" extrusionOk="0">
                  <a:moveTo>
                    <a:pt x="0" y="80304"/>
                  </a:moveTo>
                  <a:lnTo>
                    <a:pt x="136101" y="25850"/>
                  </a:lnTo>
                  <a:cubicBezTo>
                    <a:pt x="153546" y="18858"/>
                    <a:pt x="171203" y="11795"/>
                    <a:pt x="185823" y="0"/>
                  </a:cubicBezTo>
                  <a:cubicBezTo>
                    <a:pt x="181656" y="57986"/>
                    <a:pt x="187800" y="116607"/>
                    <a:pt x="203762" y="17247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6"/>
          <p:cNvGrpSpPr/>
          <p:nvPr/>
        </p:nvGrpSpPr>
        <p:grpSpPr>
          <a:xfrm rot="-4227851" flipH="1">
            <a:off x="-46310" y="2627722"/>
            <a:ext cx="1905455" cy="802537"/>
            <a:chOff x="4590347" y="1490179"/>
            <a:chExt cx="1314037" cy="558745"/>
          </a:xfrm>
        </p:grpSpPr>
        <p:sp>
          <p:nvSpPr>
            <p:cNvPr id="267" name="Google Shape;267;p6"/>
            <p:cNvSpPr/>
            <p:nvPr/>
          </p:nvSpPr>
          <p:spPr>
            <a:xfrm>
              <a:off x="4590347" y="1490179"/>
              <a:ext cx="1314037" cy="558745"/>
            </a:xfrm>
            <a:custGeom>
              <a:avLst/>
              <a:gdLst/>
              <a:ahLst/>
              <a:cxnLst/>
              <a:rect l="l" t="t" r="r" b="b"/>
              <a:pathLst>
                <a:path w="1314037" h="558745" extrusionOk="0">
                  <a:moveTo>
                    <a:pt x="0" y="154469"/>
                  </a:moveTo>
                  <a:cubicBezTo>
                    <a:pt x="107637" y="99520"/>
                    <a:pt x="220996" y="55801"/>
                    <a:pt x="337674" y="24160"/>
                  </a:cubicBezTo>
                  <a:cubicBezTo>
                    <a:pt x="386478" y="10953"/>
                    <a:pt x="436412" y="-277"/>
                    <a:pt x="486981" y="5"/>
                  </a:cubicBezTo>
                  <a:cubicBezTo>
                    <a:pt x="561000" y="429"/>
                    <a:pt x="632476" y="25290"/>
                    <a:pt x="702256" y="49869"/>
                  </a:cubicBezTo>
                  <a:cubicBezTo>
                    <a:pt x="726764" y="58485"/>
                    <a:pt x="751908" y="67526"/>
                    <a:pt x="771119" y="84900"/>
                  </a:cubicBezTo>
                  <a:cubicBezTo>
                    <a:pt x="794355" y="105948"/>
                    <a:pt x="806151" y="137024"/>
                    <a:pt x="811871" y="167888"/>
                  </a:cubicBezTo>
                  <a:cubicBezTo>
                    <a:pt x="820488" y="214786"/>
                    <a:pt x="811024" y="272701"/>
                    <a:pt x="768082" y="293324"/>
                  </a:cubicBezTo>
                  <a:cubicBezTo>
                    <a:pt x="714828" y="318821"/>
                    <a:pt x="649992" y="256809"/>
                    <a:pt x="659879" y="198612"/>
                  </a:cubicBezTo>
                  <a:cubicBezTo>
                    <a:pt x="669767" y="140414"/>
                    <a:pt x="731497" y="101992"/>
                    <a:pt x="790542" y="100721"/>
                  </a:cubicBezTo>
                  <a:cubicBezTo>
                    <a:pt x="849587" y="99450"/>
                    <a:pt x="905312" y="126853"/>
                    <a:pt x="955458" y="157930"/>
                  </a:cubicBezTo>
                  <a:cubicBezTo>
                    <a:pt x="1110134" y="253702"/>
                    <a:pt x="1239243" y="392910"/>
                    <a:pt x="1314038" y="558745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4590347" y="1552973"/>
              <a:ext cx="115830" cy="139490"/>
            </a:xfrm>
            <a:custGeom>
              <a:avLst/>
              <a:gdLst/>
              <a:ahLst/>
              <a:cxnLst/>
              <a:rect l="l" t="t" r="r" b="b"/>
              <a:pathLst>
                <a:path w="115830" h="139490" extrusionOk="0">
                  <a:moveTo>
                    <a:pt x="115830" y="139491"/>
                  </a:moveTo>
                  <a:lnTo>
                    <a:pt x="0" y="91605"/>
                  </a:lnTo>
                  <a:lnTo>
                    <a:pt x="6533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"/>
          <p:cNvSpPr/>
          <p:nvPr/>
        </p:nvSpPr>
        <p:spPr>
          <a:xfrm>
            <a:off x="0" y="5064596"/>
            <a:ext cx="2660700" cy="1793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62403" y="589064"/>
            <a:ext cx="11267100" cy="5832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dist="889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7188" y="-76188"/>
            <a:ext cx="1878419" cy="970517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</p:pic>
      <p:sp>
        <p:nvSpPr>
          <p:cNvPr id="273" name="Google Shape;273;p7"/>
          <p:cNvSpPr txBox="1">
            <a:spLocks noGrp="1"/>
          </p:cNvSpPr>
          <p:nvPr>
            <p:ph type="subTitle" idx="1"/>
          </p:nvPr>
        </p:nvSpPr>
        <p:spPr>
          <a:xfrm>
            <a:off x="873350" y="1813775"/>
            <a:ext cx="4961100" cy="5805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74" name="Google Shape;274;p7"/>
          <p:cNvSpPr txBox="1">
            <a:spLocks noGrp="1"/>
          </p:cNvSpPr>
          <p:nvPr>
            <p:ph type="subTitle" idx="2"/>
          </p:nvPr>
        </p:nvSpPr>
        <p:spPr>
          <a:xfrm>
            <a:off x="6464148" y="1813775"/>
            <a:ext cx="4960800" cy="5805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75" name="Google Shape;275;p7"/>
          <p:cNvSpPr txBox="1">
            <a:spLocks noGrp="1"/>
          </p:cNvSpPr>
          <p:nvPr>
            <p:ph type="title"/>
          </p:nvPr>
        </p:nvSpPr>
        <p:spPr>
          <a:xfrm>
            <a:off x="873350" y="9887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76" name="Google Shape;276;p7"/>
          <p:cNvSpPr txBox="1">
            <a:spLocks noGrp="1"/>
          </p:cNvSpPr>
          <p:nvPr>
            <p:ph type="body" idx="3"/>
          </p:nvPr>
        </p:nvSpPr>
        <p:spPr>
          <a:xfrm>
            <a:off x="873350" y="2750800"/>
            <a:ext cx="49608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77" name="Google Shape;277;p7"/>
          <p:cNvSpPr txBox="1">
            <a:spLocks noGrp="1"/>
          </p:cNvSpPr>
          <p:nvPr>
            <p:ph type="body" idx="4"/>
          </p:nvPr>
        </p:nvSpPr>
        <p:spPr>
          <a:xfrm>
            <a:off x="6464146" y="2739050"/>
            <a:ext cx="49611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pic>
        <p:nvPicPr>
          <p:cNvPr id="278" name="Google Shape;27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52588" y="-76188"/>
            <a:ext cx="1878418" cy="970517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</p:pic>
      <p:grpSp>
        <p:nvGrpSpPr>
          <p:cNvPr id="279" name="Google Shape;279;p7"/>
          <p:cNvGrpSpPr/>
          <p:nvPr/>
        </p:nvGrpSpPr>
        <p:grpSpPr>
          <a:xfrm rot="-5192582">
            <a:off x="10617286" y="5243584"/>
            <a:ext cx="449405" cy="1428148"/>
            <a:chOff x="2748074" y="4303871"/>
            <a:chExt cx="449396" cy="1428120"/>
          </a:xfrm>
        </p:grpSpPr>
        <p:sp>
          <p:nvSpPr>
            <p:cNvPr id="280" name="Google Shape;280;p7"/>
            <p:cNvSpPr/>
            <p:nvPr/>
          </p:nvSpPr>
          <p:spPr>
            <a:xfrm>
              <a:off x="2748074" y="4326119"/>
              <a:ext cx="377938" cy="1339958"/>
            </a:xfrm>
            <a:custGeom>
              <a:avLst/>
              <a:gdLst/>
              <a:ahLst/>
              <a:cxnLst/>
              <a:rect l="l" t="t" r="r" b="b"/>
              <a:pathLst>
                <a:path w="377938" h="1339958" extrusionOk="0">
                  <a:moveTo>
                    <a:pt x="377939" y="1339958"/>
                  </a:moveTo>
                  <a:cubicBezTo>
                    <a:pt x="225806" y="1229072"/>
                    <a:pt x="122688" y="1061260"/>
                    <a:pt x="58629" y="884195"/>
                  </a:cubicBezTo>
                  <a:cubicBezTo>
                    <a:pt x="38853" y="829599"/>
                    <a:pt x="22467" y="773661"/>
                    <a:pt x="12155" y="716523"/>
                  </a:cubicBezTo>
                  <a:cubicBezTo>
                    <a:pt x="-33965" y="460143"/>
                    <a:pt x="53261" y="183563"/>
                    <a:pt x="238095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2804725" y="4303871"/>
              <a:ext cx="203762" cy="172473"/>
            </a:xfrm>
            <a:custGeom>
              <a:avLst/>
              <a:gdLst/>
              <a:ahLst/>
              <a:cxnLst/>
              <a:rect l="l" t="t" r="r" b="b"/>
              <a:pathLst>
                <a:path w="203762" h="172473" extrusionOk="0">
                  <a:moveTo>
                    <a:pt x="0" y="80304"/>
                  </a:moveTo>
                  <a:lnTo>
                    <a:pt x="136101" y="25850"/>
                  </a:lnTo>
                  <a:cubicBezTo>
                    <a:pt x="153546" y="18858"/>
                    <a:pt x="171203" y="11795"/>
                    <a:pt x="185823" y="0"/>
                  </a:cubicBezTo>
                  <a:cubicBezTo>
                    <a:pt x="181656" y="57986"/>
                    <a:pt x="187800" y="116607"/>
                    <a:pt x="203762" y="17247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3066341" y="5597294"/>
              <a:ext cx="131129" cy="134697"/>
            </a:xfrm>
            <a:custGeom>
              <a:avLst/>
              <a:gdLst/>
              <a:ahLst/>
              <a:cxnLst/>
              <a:rect l="l" t="t" r="r" b="b"/>
              <a:pathLst>
                <a:path w="131129" h="134697" extrusionOk="0">
                  <a:moveTo>
                    <a:pt x="64120" y="7832"/>
                  </a:moveTo>
                  <a:cubicBezTo>
                    <a:pt x="28736" y="19485"/>
                    <a:pt x="2180" y="54093"/>
                    <a:pt x="131" y="91314"/>
                  </a:cubicBezTo>
                  <a:cubicBezTo>
                    <a:pt x="-434" y="100990"/>
                    <a:pt x="696" y="111231"/>
                    <a:pt x="6064" y="119354"/>
                  </a:cubicBezTo>
                  <a:cubicBezTo>
                    <a:pt x="14539" y="132279"/>
                    <a:pt x="32055" y="136870"/>
                    <a:pt x="47099" y="133762"/>
                  </a:cubicBezTo>
                  <a:cubicBezTo>
                    <a:pt x="62143" y="130654"/>
                    <a:pt x="75138" y="121120"/>
                    <a:pt x="86368" y="110525"/>
                  </a:cubicBezTo>
                  <a:cubicBezTo>
                    <a:pt x="99011" y="98659"/>
                    <a:pt x="110170" y="85240"/>
                    <a:pt x="119422" y="70620"/>
                  </a:cubicBezTo>
                  <a:cubicBezTo>
                    <a:pt x="124790" y="62145"/>
                    <a:pt x="129663" y="53034"/>
                    <a:pt x="130864" y="43075"/>
                  </a:cubicBezTo>
                  <a:cubicBezTo>
                    <a:pt x="132700" y="27820"/>
                    <a:pt x="124861" y="11787"/>
                    <a:pt x="111653" y="3877"/>
                  </a:cubicBezTo>
                  <a:cubicBezTo>
                    <a:pt x="98446" y="-4034"/>
                    <a:pt x="83119" y="1616"/>
                    <a:pt x="64050" y="7902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7"/>
          <p:cNvGrpSpPr/>
          <p:nvPr/>
        </p:nvGrpSpPr>
        <p:grpSpPr>
          <a:xfrm rot="742108">
            <a:off x="872285" y="5386300"/>
            <a:ext cx="741052" cy="743051"/>
            <a:chOff x="7970244" y="-543333"/>
            <a:chExt cx="741045" cy="743044"/>
          </a:xfrm>
        </p:grpSpPr>
        <p:sp>
          <p:nvSpPr>
            <p:cNvPr id="284" name="Google Shape;284;p7"/>
            <p:cNvSpPr/>
            <p:nvPr/>
          </p:nvSpPr>
          <p:spPr>
            <a:xfrm>
              <a:off x="8025585" y="-541714"/>
              <a:ext cx="684847" cy="707802"/>
            </a:xfrm>
            <a:custGeom>
              <a:avLst/>
              <a:gdLst/>
              <a:ahLst/>
              <a:cxnLst/>
              <a:rect l="l" t="t" r="r" b="b"/>
              <a:pathLst>
                <a:path w="684847" h="707802" extrusionOk="0">
                  <a:moveTo>
                    <a:pt x="212027" y="376333"/>
                  </a:moveTo>
                  <a:lnTo>
                    <a:pt x="169355" y="534924"/>
                  </a:lnTo>
                  <a:cubicBezTo>
                    <a:pt x="196691" y="530161"/>
                    <a:pt x="216789" y="507873"/>
                    <a:pt x="238125" y="490157"/>
                  </a:cubicBezTo>
                  <a:cubicBezTo>
                    <a:pt x="259461" y="472440"/>
                    <a:pt x="289656" y="458153"/>
                    <a:pt x="313944" y="471487"/>
                  </a:cubicBezTo>
                  <a:cubicBezTo>
                    <a:pt x="390525" y="542163"/>
                    <a:pt x="458914" y="621602"/>
                    <a:pt x="517493" y="707803"/>
                  </a:cubicBezTo>
                  <a:cubicBezTo>
                    <a:pt x="500158" y="645319"/>
                    <a:pt x="517589" y="579120"/>
                    <a:pt x="535305" y="516731"/>
                  </a:cubicBezTo>
                  <a:cubicBezTo>
                    <a:pt x="584073" y="344233"/>
                    <a:pt x="634460" y="172117"/>
                    <a:pt x="684848" y="0"/>
                  </a:cubicBezTo>
                  <a:cubicBezTo>
                    <a:pt x="522161" y="68675"/>
                    <a:pt x="350806" y="113919"/>
                    <a:pt x="180118" y="158972"/>
                  </a:cubicBezTo>
                  <a:lnTo>
                    <a:pt x="0" y="206502"/>
                  </a:lnTo>
                  <a:cubicBezTo>
                    <a:pt x="83534" y="240316"/>
                    <a:pt x="155639" y="301466"/>
                    <a:pt x="212027" y="37633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8239326" y="-543333"/>
              <a:ext cx="471963" cy="480440"/>
            </a:xfrm>
            <a:custGeom>
              <a:avLst/>
              <a:gdLst/>
              <a:ahLst/>
              <a:cxnLst/>
              <a:rect l="l" t="t" r="r" b="b"/>
              <a:pathLst>
                <a:path w="471963" h="480440" extrusionOk="0">
                  <a:moveTo>
                    <a:pt x="0" y="371380"/>
                  </a:moveTo>
                  <a:cubicBezTo>
                    <a:pt x="156210" y="246221"/>
                    <a:pt x="313563" y="122396"/>
                    <a:pt x="471964" y="0"/>
                  </a:cubicBezTo>
                  <a:cubicBezTo>
                    <a:pt x="355282" y="162877"/>
                    <a:pt x="238506" y="325850"/>
                    <a:pt x="110966" y="480441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7970244" y="166945"/>
              <a:ext cx="47815" cy="32766"/>
            </a:xfrm>
            <a:custGeom>
              <a:avLst/>
              <a:gdLst/>
              <a:ahLst/>
              <a:cxnLst/>
              <a:rect l="l" t="t" r="r" b="b"/>
              <a:pathLst>
                <a:path w="47815" h="32766" extrusionOk="0">
                  <a:moveTo>
                    <a:pt x="0" y="32766"/>
                  </a:moveTo>
                  <a:lnTo>
                    <a:pt x="47816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8088640" y="33595"/>
              <a:ext cx="52863" cy="52863"/>
            </a:xfrm>
            <a:custGeom>
              <a:avLst/>
              <a:gdLst/>
              <a:ahLst/>
              <a:cxnLst/>
              <a:rect l="l" t="t" r="r" b="b"/>
              <a:pathLst>
                <a:path w="52863" h="52863" extrusionOk="0">
                  <a:moveTo>
                    <a:pt x="0" y="52864"/>
                  </a:moveTo>
                  <a:lnTo>
                    <a:pt x="52864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7"/>
          <p:cNvSpPr/>
          <p:nvPr/>
        </p:nvSpPr>
        <p:spPr>
          <a:xfrm>
            <a:off x="9061002" y="5568900"/>
            <a:ext cx="718500" cy="63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7"/>
          <p:cNvGrpSpPr/>
          <p:nvPr/>
        </p:nvGrpSpPr>
        <p:grpSpPr>
          <a:xfrm>
            <a:off x="9186594" y="5643668"/>
            <a:ext cx="718538" cy="497904"/>
            <a:chOff x="9711053" y="4291818"/>
            <a:chExt cx="718538" cy="497904"/>
          </a:xfrm>
        </p:grpSpPr>
        <p:sp>
          <p:nvSpPr>
            <p:cNvPr id="290" name="Google Shape;290;p7"/>
            <p:cNvSpPr/>
            <p:nvPr/>
          </p:nvSpPr>
          <p:spPr>
            <a:xfrm>
              <a:off x="9711053" y="4291818"/>
              <a:ext cx="718538" cy="497904"/>
            </a:xfrm>
            <a:custGeom>
              <a:avLst/>
              <a:gdLst/>
              <a:ahLst/>
              <a:cxnLst/>
              <a:rect l="l" t="t" r="r" b="b"/>
              <a:pathLst>
                <a:path w="718538" h="497904" extrusionOk="0">
                  <a:moveTo>
                    <a:pt x="269710" y="428548"/>
                  </a:moveTo>
                  <a:cubicBezTo>
                    <a:pt x="180366" y="420213"/>
                    <a:pt x="97519" y="388713"/>
                    <a:pt x="44336" y="316390"/>
                  </a:cubicBezTo>
                  <a:cubicBezTo>
                    <a:pt x="-62948" y="170543"/>
                    <a:pt x="55777" y="74700"/>
                    <a:pt x="74706" y="59445"/>
                  </a:cubicBezTo>
                  <a:cubicBezTo>
                    <a:pt x="126970" y="17279"/>
                    <a:pt x="280940" y="-18459"/>
                    <a:pt x="534778" y="10499"/>
                  </a:cubicBezTo>
                  <a:cubicBezTo>
                    <a:pt x="570304" y="14525"/>
                    <a:pt x="702096" y="55560"/>
                    <a:pt x="717563" y="186222"/>
                  </a:cubicBezTo>
                  <a:cubicBezTo>
                    <a:pt x="721590" y="220477"/>
                    <a:pt x="724697" y="412586"/>
                    <a:pt x="475097" y="434975"/>
                  </a:cubicBezTo>
                  <a:cubicBezTo>
                    <a:pt x="453485" y="436882"/>
                    <a:pt x="431802" y="437588"/>
                    <a:pt x="410401" y="440696"/>
                  </a:cubicBezTo>
                  <a:cubicBezTo>
                    <a:pt x="360538" y="447900"/>
                    <a:pt x="313712" y="469865"/>
                    <a:pt x="271758" y="497904"/>
                  </a:cubicBezTo>
                  <a:cubicBezTo>
                    <a:pt x="272818" y="473184"/>
                    <a:pt x="265684" y="448535"/>
                    <a:pt x="269781" y="42854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9859283" y="4392752"/>
              <a:ext cx="426806" cy="10987"/>
            </a:xfrm>
            <a:custGeom>
              <a:avLst/>
              <a:gdLst/>
              <a:ahLst/>
              <a:cxnLst/>
              <a:rect l="l" t="t" r="r" b="b"/>
              <a:pathLst>
                <a:path w="426806" h="10987" extrusionOk="0">
                  <a:moveTo>
                    <a:pt x="0" y="10987"/>
                  </a:moveTo>
                  <a:cubicBezTo>
                    <a:pt x="142033" y="1735"/>
                    <a:pt x="284491" y="-1655"/>
                    <a:pt x="426807" y="746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9859283" y="4441526"/>
              <a:ext cx="441991" cy="20129"/>
            </a:xfrm>
            <a:custGeom>
              <a:avLst/>
              <a:gdLst/>
              <a:ahLst/>
              <a:cxnLst/>
              <a:rect l="l" t="t" r="r" b="b"/>
              <a:pathLst>
                <a:path w="441991" h="20129" extrusionOk="0">
                  <a:moveTo>
                    <a:pt x="0" y="20129"/>
                  </a:moveTo>
                  <a:cubicBezTo>
                    <a:pt x="147119" y="10100"/>
                    <a:pt x="294520" y="3390"/>
                    <a:pt x="441992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9861119" y="4501701"/>
              <a:ext cx="440861" cy="18433"/>
            </a:xfrm>
            <a:custGeom>
              <a:avLst/>
              <a:gdLst/>
              <a:ahLst/>
              <a:cxnLst/>
              <a:rect l="l" t="t" r="r" b="b"/>
              <a:pathLst>
                <a:path w="440861" h="18433" extrusionOk="0">
                  <a:moveTo>
                    <a:pt x="0" y="18434"/>
                  </a:moveTo>
                  <a:cubicBezTo>
                    <a:pt x="146766" y="9040"/>
                    <a:pt x="293813" y="2896"/>
                    <a:pt x="440862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9861966" y="4555943"/>
              <a:ext cx="447076" cy="24932"/>
            </a:xfrm>
            <a:custGeom>
              <a:avLst/>
              <a:gdLst/>
              <a:ahLst/>
              <a:cxnLst/>
              <a:rect l="l" t="t" r="r" b="b"/>
              <a:pathLst>
                <a:path w="447076" h="24932" extrusionOk="0">
                  <a:moveTo>
                    <a:pt x="0" y="24932"/>
                  </a:moveTo>
                  <a:cubicBezTo>
                    <a:pt x="148390" y="8264"/>
                    <a:pt x="297769" y="-70"/>
                    <a:pt x="447077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7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/>
          <p:nvPr/>
        </p:nvSpPr>
        <p:spPr>
          <a:xfrm flipH="1">
            <a:off x="9531300" y="5064596"/>
            <a:ext cx="2660700" cy="1793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62403" y="589064"/>
            <a:ext cx="11267100" cy="5832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dist="889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56788" y="-76188"/>
            <a:ext cx="1878418" cy="970517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</p:pic>
      <p:sp>
        <p:nvSpPr>
          <p:cNvPr id="300" name="Google Shape;300;p8"/>
          <p:cNvSpPr txBox="1">
            <a:spLocks noGrp="1"/>
          </p:cNvSpPr>
          <p:nvPr>
            <p:ph type="subTitle" idx="1"/>
          </p:nvPr>
        </p:nvSpPr>
        <p:spPr>
          <a:xfrm>
            <a:off x="2199000" y="2247825"/>
            <a:ext cx="77940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01" name="Google Shape;301;p8"/>
          <p:cNvSpPr txBox="1">
            <a:spLocks noGrp="1"/>
          </p:cNvSpPr>
          <p:nvPr>
            <p:ph type="title"/>
          </p:nvPr>
        </p:nvSpPr>
        <p:spPr>
          <a:xfrm>
            <a:off x="2199000" y="1198025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02" name="Google Shape;302;p8"/>
          <p:cNvSpPr txBox="1">
            <a:spLocks noGrp="1"/>
          </p:cNvSpPr>
          <p:nvPr>
            <p:ph type="body" idx="2"/>
          </p:nvPr>
        </p:nvSpPr>
        <p:spPr>
          <a:xfrm>
            <a:off x="2199000" y="2908000"/>
            <a:ext cx="7794000" cy="217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grpSp>
        <p:nvGrpSpPr>
          <p:cNvPr id="303" name="Google Shape;303;p8"/>
          <p:cNvGrpSpPr/>
          <p:nvPr/>
        </p:nvGrpSpPr>
        <p:grpSpPr>
          <a:xfrm>
            <a:off x="10824011" y="5368933"/>
            <a:ext cx="757664" cy="739072"/>
            <a:chOff x="2714053" y="3696339"/>
            <a:chExt cx="757664" cy="739072"/>
          </a:xfrm>
        </p:grpSpPr>
        <p:sp>
          <p:nvSpPr>
            <p:cNvPr id="304" name="Google Shape;304;p8"/>
            <p:cNvSpPr/>
            <p:nvPr/>
          </p:nvSpPr>
          <p:spPr>
            <a:xfrm>
              <a:off x="2764821" y="3749611"/>
              <a:ext cx="656844" cy="658272"/>
            </a:xfrm>
            <a:custGeom>
              <a:avLst/>
              <a:gdLst/>
              <a:ahLst/>
              <a:cxnLst/>
              <a:rect l="l" t="t" r="r" b="b"/>
              <a:pathLst>
                <a:path w="656844" h="658272" extrusionOk="0">
                  <a:moveTo>
                    <a:pt x="95" y="463487"/>
                  </a:moveTo>
                  <a:cubicBezTo>
                    <a:pt x="139160" y="292227"/>
                    <a:pt x="347758" y="183737"/>
                    <a:pt x="469773" y="0"/>
                  </a:cubicBezTo>
                  <a:cubicBezTo>
                    <a:pt x="523589" y="65437"/>
                    <a:pt x="586835" y="123063"/>
                    <a:pt x="656844" y="170783"/>
                  </a:cubicBezTo>
                  <a:cubicBezTo>
                    <a:pt x="553498" y="273367"/>
                    <a:pt x="466725" y="392239"/>
                    <a:pt x="358045" y="489204"/>
                  </a:cubicBezTo>
                  <a:cubicBezTo>
                    <a:pt x="297371" y="543306"/>
                    <a:pt x="229171" y="591312"/>
                    <a:pt x="183071" y="658273"/>
                  </a:cubicBezTo>
                  <a:cubicBezTo>
                    <a:pt x="178308" y="633127"/>
                    <a:pt x="158115" y="613886"/>
                    <a:pt x="136970" y="599504"/>
                  </a:cubicBezTo>
                  <a:cubicBezTo>
                    <a:pt x="115824" y="585121"/>
                    <a:pt x="92297" y="573786"/>
                    <a:pt x="74295" y="555593"/>
                  </a:cubicBezTo>
                  <a:cubicBezTo>
                    <a:pt x="45529" y="526352"/>
                    <a:pt x="31052" y="479965"/>
                    <a:pt x="0" y="463487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3209924" y="3793140"/>
              <a:ext cx="168783" cy="169544"/>
            </a:xfrm>
            <a:custGeom>
              <a:avLst/>
              <a:gdLst/>
              <a:ahLst/>
              <a:cxnLst/>
              <a:rect l="l" t="t" r="r" b="b"/>
              <a:pathLst>
                <a:path w="168783" h="169544" extrusionOk="0">
                  <a:moveTo>
                    <a:pt x="0" y="0"/>
                  </a:moveTo>
                  <a:cubicBezTo>
                    <a:pt x="3810" y="12382"/>
                    <a:pt x="14954" y="20764"/>
                    <a:pt x="25241" y="28670"/>
                  </a:cubicBezTo>
                  <a:cubicBezTo>
                    <a:pt x="55816" y="52292"/>
                    <a:pt x="83820" y="79248"/>
                    <a:pt x="111633" y="106108"/>
                  </a:cubicBezTo>
                  <a:cubicBezTo>
                    <a:pt x="125349" y="119348"/>
                    <a:pt x="139160" y="132683"/>
                    <a:pt x="149257" y="148780"/>
                  </a:cubicBezTo>
                  <a:cubicBezTo>
                    <a:pt x="154400" y="157067"/>
                    <a:pt x="159544" y="166688"/>
                    <a:pt x="168783" y="169545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2817303" y="3835526"/>
              <a:ext cx="427100" cy="432720"/>
            </a:xfrm>
            <a:custGeom>
              <a:avLst/>
              <a:gdLst/>
              <a:ahLst/>
              <a:cxnLst/>
              <a:rect l="l" t="t" r="r" b="b"/>
              <a:pathLst>
                <a:path w="427100" h="432720" extrusionOk="0">
                  <a:moveTo>
                    <a:pt x="0" y="432721"/>
                  </a:moveTo>
                  <a:lnTo>
                    <a:pt x="42710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2898933" y="3900677"/>
              <a:ext cx="418433" cy="438054"/>
            </a:xfrm>
            <a:custGeom>
              <a:avLst/>
              <a:gdLst/>
              <a:ahLst/>
              <a:cxnLst/>
              <a:rect l="l" t="t" r="r" b="b"/>
              <a:pathLst>
                <a:path w="418433" h="438054" extrusionOk="0">
                  <a:moveTo>
                    <a:pt x="0" y="438055"/>
                  </a:moveTo>
                  <a:lnTo>
                    <a:pt x="418433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3232975" y="3696339"/>
              <a:ext cx="238742" cy="223959"/>
            </a:xfrm>
            <a:custGeom>
              <a:avLst/>
              <a:gdLst/>
              <a:ahLst/>
              <a:cxnLst/>
              <a:rect l="l" t="t" r="r" b="b"/>
              <a:pathLst>
                <a:path w="238742" h="223959" extrusionOk="0">
                  <a:moveTo>
                    <a:pt x="0" y="56225"/>
                  </a:moveTo>
                  <a:cubicBezTo>
                    <a:pt x="12478" y="28507"/>
                    <a:pt x="41529" y="11457"/>
                    <a:pt x="70961" y="4313"/>
                  </a:cubicBezTo>
                  <a:cubicBezTo>
                    <a:pt x="116681" y="-6736"/>
                    <a:pt x="168402" y="3361"/>
                    <a:pt x="202597" y="35555"/>
                  </a:cubicBezTo>
                  <a:cubicBezTo>
                    <a:pt x="236791" y="67750"/>
                    <a:pt x="249746" y="122614"/>
                    <a:pt x="228219" y="164428"/>
                  </a:cubicBezTo>
                  <a:cubicBezTo>
                    <a:pt x="216884" y="186431"/>
                    <a:pt x="197739" y="203386"/>
                    <a:pt x="184023" y="22396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2714053" y="4208621"/>
              <a:ext cx="240982" cy="226790"/>
            </a:xfrm>
            <a:custGeom>
              <a:avLst/>
              <a:gdLst/>
              <a:ahLst/>
              <a:cxnLst/>
              <a:rect l="l" t="t" r="r" b="b"/>
              <a:pathLst>
                <a:path w="240982" h="226790" extrusionOk="0">
                  <a:moveTo>
                    <a:pt x="49244" y="0"/>
                  </a:moveTo>
                  <a:cubicBezTo>
                    <a:pt x="39910" y="77343"/>
                    <a:pt x="38671" y="159067"/>
                    <a:pt x="0" y="226790"/>
                  </a:cubicBezTo>
                  <a:lnTo>
                    <a:pt x="190310" y="209359"/>
                  </a:lnTo>
                  <a:cubicBezTo>
                    <a:pt x="207550" y="207740"/>
                    <a:pt x="225266" y="206121"/>
                    <a:pt x="240982" y="198787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2719577" y="4345971"/>
              <a:ext cx="107822" cy="89439"/>
            </a:xfrm>
            <a:custGeom>
              <a:avLst/>
              <a:gdLst/>
              <a:ahLst/>
              <a:cxnLst/>
              <a:rect l="l" t="t" r="r" b="b"/>
              <a:pathLst>
                <a:path w="107822" h="89439" extrusionOk="0">
                  <a:moveTo>
                    <a:pt x="26289" y="0"/>
                  </a:moveTo>
                  <a:cubicBezTo>
                    <a:pt x="14859" y="28575"/>
                    <a:pt x="11430" y="60770"/>
                    <a:pt x="0" y="89440"/>
                  </a:cubicBezTo>
                  <a:cubicBezTo>
                    <a:pt x="13430" y="84868"/>
                    <a:pt x="22955" y="85249"/>
                    <a:pt x="37052" y="84296"/>
                  </a:cubicBezTo>
                  <a:cubicBezTo>
                    <a:pt x="62198" y="82582"/>
                    <a:pt x="82486" y="76010"/>
                    <a:pt x="107823" y="76010"/>
                  </a:cubicBezTo>
                  <a:cubicBezTo>
                    <a:pt x="86582" y="57150"/>
                    <a:pt x="73914" y="49911"/>
                    <a:pt x="59436" y="35338"/>
                  </a:cubicBezTo>
                  <a:cubicBezTo>
                    <a:pt x="49149" y="25051"/>
                    <a:pt x="41719" y="14383"/>
                    <a:pt x="26384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8"/>
          <p:cNvSpPr/>
          <p:nvPr/>
        </p:nvSpPr>
        <p:spPr>
          <a:xfrm>
            <a:off x="10850275" y="695326"/>
            <a:ext cx="731400" cy="63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2" name="Google Shape;312;p8"/>
          <p:cNvGrpSpPr/>
          <p:nvPr/>
        </p:nvGrpSpPr>
        <p:grpSpPr>
          <a:xfrm>
            <a:off x="10876004" y="684690"/>
            <a:ext cx="679947" cy="652506"/>
            <a:chOff x="3896486" y="3679569"/>
            <a:chExt cx="792294" cy="760319"/>
          </a:xfrm>
        </p:grpSpPr>
        <p:sp>
          <p:nvSpPr>
            <p:cNvPr id="313" name="Google Shape;313;p8"/>
            <p:cNvSpPr/>
            <p:nvPr/>
          </p:nvSpPr>
          <p:spPr>
            <a:xfrm>
              <a:off x="4023740" y="3792188"/>
              <a:ext cx="549116" cy="527138"/>
            </a:xfrm>
            <a:custGeom>
              <a:avLst/>
              <a:gdLst/>
              <a:ahLst/>
              <a:cxnLst/>
              <a:rect l="l" t="t" r="r" b="b"/>
              <a:pathLst>
                <a:path w="549116" h="527138" extrusionOk="0">
                  <a:moveTo>
                    <a:pt x="356330" y="0"/>
                  </a:moveTo>
                  <a:cubicBezTo>
                    <a:pt x="314420" y="41720"/>
                    <a:pt x="272034" y="83058"/>
                    <a:pt x="229267" y="123920"/>
                  </a:cubicBezTo>
                  <a:cubicBezTo>
                    <a:pt x="225457" y="127635"/>
                    <a:pt x="221266" y="131445"/>
                    <a:pt x="216122" y="132588"/>
                  </a:cubicBezTo>
                  <a:cubicBezTo>
                    <a:pt x="209740" y="134017"/>
                    <a:pt x="203263" y="131064"/>
                    <a:pt x="197263" y="128397"/>
                  </a:cubicBezTo>
                  <a:cubicBezTo>
                    <a:pt x="163449" y="113443"/>
                    <a:pt x="125635" y="105632"/>
                    <a:pt x="89154" y="111633"/>
                  </a:cubicBezTo>
                  <a:cubicBezTo>
                    <a:pt x="52673" y="117634"/>
                    <a:pt x="17812" y="138684"/>
                    <a:pt x="0" y="171069"/>
                  </a:cubicBezTo>
                  <a:lnTo>
                    <a:pt x="236220" y="393478"/>
                  </a:lnTo>
                  <a:cubicBezTo>
                    <a:pt x="274606" y="429673"/>
                    <a:pt x="313372" y="466154"/>
                    <a:pt x="343662" y="509302"/>
                  </a:cubicBezTo>
                  <a:cubicBezTo>
                    <a:pt x="348234" y="515779"/>
                    <a:pt x="352996" y="522732"/>
                    <a:pt x="360331" y="525685"/>
                  </a:cubicBezTo>
                  <a:cubicBezTo>
                    <a:pt x="375095" y="531590"/>
                    <a:pt x="390430" y="518446"/>
                    <a:pt x="399193" y="505206"/>
                  </a:cubicBezTo>
                  <a:cubicBezTo>
                    <a:pt x="435959" y="449485"/>
                    <a:pt x="430911" y="369570"/>
                    <a:pt x="387287" y="318992"/>
                  </a:cubicBezTo>
                  <a:cubicBezTo>
                    <a:pt x="441293" y="274320"/>
                    <a:pt x="495205" y="229457"/>
                    <a:pt x="549116" y="184499"/>
                  </a:cubicBezTo>
                  <a:cubicBezTo>
                    <a:pt x="487204" y="117729"/>
                    <a:pt x="422243" y="53816"/>
                    <a:pt x="356425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4372260" y="3679569"/>
              <a:ext cx="316520" cy="306768"/>
            </a:xfrm>
            <a:custGeom>
              <a:avLst/>
              <a:gdLst/>
              <a:ahLst/>
              <a:cxnLst/>
              <a:rect l="l" t="t" r="r" b="b"/>
              <a:pathLst>
                <a:path w="316520" h="306768" extrusionOk="0">
                  <a:moveTo>
                    <a:pt x="7429" y="113857"/>
                  </a:moveTo>
                  <a:cubicBezTo>
                    <a:pt x="3048" y="94998"/>
                    <a:pt x="-1334" y="75757"/>
                    <a:pt x="381" y="56422"/>
                  </a:cubicBezTo>
                  <a:cubicBezTo>
                    <a:pt x="2095" y="37086"/>
                    <a:pt x="10763" y="17464"/>
                    <a:pt x="27241" y="7273"/>
                  </a:cubicBezTo>
                  <a:cubicBezTo>
                    <a:pt x="52768" y="-8634"/>
                    <a:pt x="87630" y="3558"/>
                    <a:pt x="109251" y="24513"/>
                  </a:cubicBezTo>
                  <a:cubicBezTo>
                    <a:pt x="138302" y="52611"/>
                    <a:pt x="255841" y="139765"/>
                    <a:pt x="294513" y="203011"/>
                  </a:cubicBezTo>
                  <a:cubicBezTo>
                    <a:pt x="306895" y="223299"/>
                    <a:pt x="327660" y="259399"/>
                    <a:pt x="309181" y="277973"/>
                  </a:cubicBezTo>
                  <a:cubicBezTo>
                    <a:pt x="282892" y="304262"/>
                    <a:pt x="235362" y="314073"/>
                    <a:pt x="200501" y="30102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3896486" y="4104608"/>
              <a:ext cx="354806" cy="335280"/>
            </a:xfrm>
            <a:custGeom>
              <a:avLst/>
              <a:gdLst/>
              <a:ahLst/>
              <a:cxnLst/>
              <a:rect l="l" t="t" r="r" b="b"/>
              <a:pathLst>
                <a:path w="354806" h="335280" extrusionOk="0">
                  <a:moveTo>
                    <a:pt x="277463" y="0"/>
                  </a:moveTo>
                  <a:cubicBezTo>
                    <a:pt x="192786" y="114205"/>
                    <a:pt x="95917" y="230410"/>
                    <a:pt x="0" y="335280"/>
                  </a:cubicBezTo>
                  <a:cubicBezTo>
                    <a:pt x="129540" y="257842"/>
                    <a:pt x="243554" y="174784"/>
                    <a:pt x="354806" y="72771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4284249" y="3882485"/>
              <a:ext cx="66484" cy="74961"/>
            </a:xfrm>
            <a:custGeom>
              <a:avLst/>
              <a:gdLst/>
              <a:ahLst/>
              <a:cxnLst/>
              <a:rect l="l" t="t" r="r" b="b"/>
              <a:pathLst>
                <a:path w="66484" h="74961" extrusionOk="0">
                  <a:moveTo>
                    <a:pt x="0" y="74962"/>
                  </a:moveTo>
                  <a:cubicBezTo>
                    <a:pt x="16859" y="45911"/>
                    <a:pt x="39624" y="20288"/>
                    <a:pt x="66484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8"/>
          <p:cNvGrpSpPr/>
          <p:nvPr/>
        </p:nvGrpSpPr>
        <p:grpSpPr>
          <a:xfrm rot="9627747">
            <a:off x="841321" y="5255051"/>
            <a:ext cx="2295466" cy="966819"/>
            <a:chOff x="4590347" y="1490179"/>
            <a:chExt cx="1314037" cy="558745"/>
          </a:xfrm>
        </p:grpSpPr>
        <p:sp>
          <p:nvSpPr>
            <p:cNvPr id="318" name="Google Shape;318;p8"/>
            <p:cNvSpPr/>
            <p:nvPr/>
          </p:nvSpPr>
          <p:spPr>
            <a:xfrm>
              <a:off x="4590347" y="1490179"/>
              <a:ext cx="1314037" cy="558745"/>
            </a:xfrm>
            <a:custGeom>
              <a:avLst/>
              <a:gdLst/>
              <a:ahLst/>
              <a:cxnLst/>
              <a:rect l="l" t="t" r="r" b="b"/>
              <a:pathLst>
                <a:path w="1314037" h="558745" extrusionOk="0">
                  <a:moveTo>
                    <a:pt x="0" y="154469"/>
                  </a:moveTo>
                  <a:cubicBezTo>
                    <a:pt x="107637" y="99520"/>
                    <a:pt x="220996" y="55801"/>
                    <a:pt x="337674" y="24160"/>
                  </a:cubicBezTo>
                  <a:cubicBezTo>
                    <a:pt x="386478" y="10953"/>
                    <a:pt x="436412" y="-277"/>
                    <a:pt x="486981" y="5"/>
                  </a:cubicBezTo>
                  <a:cubicBezTo>
                    <a:pt x="561000" y="429"/>
                    <a:pt x="632476" y="25290"/>
                    <a:pt x="702256" y="49869"/>
                  </a:cubicBezTo>
                  <a:cubicBezTo>
                    <a:pt x="726764" y="58485"/>
                    <a:pt x="751908" y="67526"/>
                    <a:pt x="771119" y="84900"/>
                  </a:cubicBezTo>
                  <a:cubicBezTo>
                    <a:pt x="794355" y="105948"/>
                    <a:pt x="806151" y="137024"/>
                    <a:pt x="811871" y="167888"/>
                  </a:cubicBezTo>
                  <a:cubicBezTo>
                    <a:pt x="820488" y="214786"/>
                    <a:pt x="811024" y="272701"/>
                    <a:pt x="768082" y="293324"/>
                  </a:cubicBezTo>
                  <a:cubicBezTo>
                    <a:pt x="714828" y="318821"/>
                    <a:pt x="649992" y="256809"/>
                    <a:pt x="659879" y="198612"/>
                  </a:cubicBezTo>
                  <a:cubicBezTo>
                    <a:pt x="669767" y="140414"/>
                    <a:pt x="731497" y="101992"/>
                    <a:pt x="790542" y="100721"/>
                  </a:cubicBezTo>
                  <a:cubicBezTo>
                    <a:pt x="849587" y="99450"/>
                    <a:pt x="905312" y="126853"/>
                    <a:pt x="955458" y="157930"/>
                  </a:cubicBezTo>
                  <a:cubicBezTo>
                    <a:pt x="1110134" y="253702"/>
                    <a:pt x="1239243" y="392910"/>
                    <a:pt x="1314038" y="558745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4590347" y="1552973"/>
              <a:ext cx="115830" cy="139490"/>
            </a:xfrm>
            <a:custGeom>
              <a:avLst/>
              <a:gdLst/>
              <a:ahLst/>
              <a:cxnLst/>
              <a:rect l="l" t="t" r="r" b="b"/>
              <a:pathLst>
                <a:path w="115830" h="139490" extrusionOk="0">
                  <a:moveTo>
                    <a:pt x="115830" y="139491"/>
                  </a:moveTo>
                  <a:lnTo>
                    <a:pt x="0" y="91605"/>
                  </a:lnTo>
                  <a:lnTo>
                    <a:pt x="6533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8"/>
          <p:cNvSpPr/>
          <p:nvPr/>
        </p:nvSpPr>
        <p:spPr>
          <a:xfrm rot="1751628">
            <a:off x="735175" y="598534"/>
            <a:ext cx="614979" cy="824788"/>
          </a:xfrm>
          <a:custGeom>
            <a:avLst/>
            <a:gdLst/>
            <a:ahLst/>
            <a:cxnLst/>
            <a:rect l="l" t="t" r="r" b="b"/>
            <a:pathLst>
              <a:path w="615314" h="825237" extrusionOk="0">
                <a:moveTo>
                  <a:pt x="430339" y="650414"/>
                </a:moveTo>
                <a:cubicBezTo>
                  <a:pt x="475541" y="682620"/>
                  <a:pt x="483381" y="756286"/>
                  <a:pt x="445383" y="796826"/>
                </a:cubicBezTo>
                <a:cubicBezTo>
                  <a:pt x="407385" y="837367"/>
                  <a:pt x="332802" y="834047"/>
                  <a:pt x="299112" y="789905"/>
                </a:cubicBezTo>
                <a:cubicBezTo>
                  <a:pt x="265423" y="745762"/>
                  <a:pt x="282373" y="672379"/>
                  <a:pt x="332307" y="648083"/>
                </a:cubicBezTo>
                <a:cubicBezTo>
                  <a:pt x="282303" y="657123"/>
                  <a:pt x="231309" y="660372"/>
                  <a:pt x="180598" y="657759"/>
                </a:cubicBezTo>
                <a:lnTo>
                  <a:pt x="184765" y="482177"/>
                </a:lnTo>
                <a:cubicBezTo>
                  <a:pt x="148109" y="516997"/>
                  <a:pt x="92878" y="530911"/>
                  <a:pt x="44074" y="517633"/>
                </a:cubicBezTo>
                <a:cubicBezTo>
                  <a:pt x="30725" y="513960"/>
                  <a:pt x="17235" y="507957"/>
                  <a:pt x="9113" y="496727"/>
                </a:cubicBezTo>
                <a:cubicBezTo>
                  <a:pt x="2121" y="487121"/>
                  <a:pt x="-69" y="474691"/>
                  <a:pt x="2" y="462825"/>
                </a:cubicBezTo>
                <a:cubicBezTo>
                  <a:pt x="143" y="424615"/>
                  <a:pt x="23026" y="387324"/>
                  <a:pt x="56999" y="369737"/>
                </a:cubicBezTo>
                <a:cubicBezTo>
                  <a:pt x="90971" y="352151"/>
                  <a:pt x="134548" y="355188"/>
                  <a:pt x="165837" y="377153"/>
                </a:cubicBezTo>
                <a:cubicBezTo>
                  <a:pt x="153971" y="320863"/>
                  <a:pt x="153830" y="262100"/>
                  <a:pt x="165484" y="205739"/>
                </a:cubicBezTo>
                <a:cubicBezTo>
                  <a:pt x="214005" y="192743"/>
                  <a:pt x="264363" y="186316"/>
                  <a:pt x="314580" y="186740"/>
                </a:cubicBezTo>
                <a:cubicBezTo>
                  <a:pt x="275028" y="153474"/>
                  <a:pt x="265846" y="89555"/>
                  <a:pt x="294451" y="46543"/>
                </a:cubicBezTo>
                <a:cubicBezTo>
                  <a:pt x="323055" y="3530"/>
                  <a:pt x="385561" y="-12785"/>
                  <a:pt x="431540" y="10875"/>
                </a:cubicBezTo>
                <a:cubicBezTo>
                  <a:pt x="477519" y="34536"/>
                  <a:pt x="500685" y="94782"/>
                  <a:pt x="482322" y="143091"/>
                </a:cubicBezTo>
                <a:cubicBezTo>
                  <a:pt x="474058" y="164845"/>
                  <a:pt x="455695" y="185186"/>
                  <a:pt x="432458" y="186245"/>
                </a:cubicBezTo>
                <a:cubicBezTo>
                  <a:pt x="493764" y="178335"/>
                  <a:pt x="557046" y="186245"/>
                  <a:pt x="614467" y="209129"/>
                </a:cubicBezTo>
                <a:cubicBezTo>
                  <a:pt x="605709" y="259840"/>
                  <a:pt x="605992" y="312105"/>
                  <a:pt x="615315" y="362745"/>
                </a:cubicBezTo>
                <a:cubicBezTo>
                  <a:pt x="575410" y="349043"/>
                  <a:pt x="530702" y="340568"/>
                  <a:pt x="491645" y="356530"/>
                </a:cubicBezTo>
                <a:cubicBezTo>
                  <a:pt x="452587" y="372492"/>
                  <a:pt x="424901" y="421084"/>
                  <a:pt x="444253" y="458588"/>
                </a:cubicBezTo>
                <a:cubicBezTo>
                  <a:pt x="466995" y="502660"/>
                  <a:pt x="529501" y="501318"/>
                  <a:pt x="578447" y="493619"/>
                </a:cubicBezTo>
                <a:cubicBezTo>
                  <a:pt x="577952" y="555278"/>
                  <a:pt x="577458" y="616936"/>
                  <a:pt x="576964" y="678594"/>
                </a:cubicBezTo>
                <a:cubicBezTo>
                  <a:pt x="530773" y="658889"/>
                  <a:pt x="479991" y="650061"/>
                  <a:pt x="430269" y="650414"/>
                </a:cubicBez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 rot="3827317">
            <a:off x="538555" y="3018412"/>
            <a:ext cx="1008217" cy="628304"/>
          </a:xfrm>
          <a:custGeom>
            <a:avLst/>
            <a:gdLst/>
            <a:ahLst/>
            <a:cxnLst/>
            <a:rect l="l" t="t" r="r" b="b"/>
            <a:pathLst>
              <a:path w="618491" h="385433" extrusionOk="0">
                <a:moveTo>
                  <a:pt x="0" y="190908"/>
                </a:moveTo>
                <a:cubicBezTo>
                  <a:pt x="30794" y="254191"/>
                  <a:pt x="58763" y="318887"/>
                  <a:pt x="83836" y="384712"/>
                </a:cubicBezTo>
                <a:cubicBezTo>
                  <a:pt x="170143" y="390221"/>
                  <a:pt x="256239" y="363665"/>
                  <a:pt x="332376" y="322700"/>
                </a:cubicBezTo>
                <a:cubicBezTo>
                  <a:pt x="471443" y="247834"/>
                  <a:pt x="556974" y="149449"/>
                  <a:pt x="575267" y="123811"/>
                </a:cubicBezTo>
                <a:cubicBezTo>
                  <a:pt x="596879" y="157854"/>
                  <a:pt x="601117" y="163645"/>
                  <a:pt x="618491" y="179678"/>
                </a:cubicBezTo>
                <a:lnTo>
                  <a:pt x="616796" y="0"/>
                </a:lnTo>
                <a:cubicBezTo>
                  <a:pt x="556974" y="7416"/>
                  <a:pt x="496446" y="8758"/>
                  <a:pt x="436341" y="4097"/>
                </a:cubicBezTo>
                <a:cubicBezTo>
                  <a:pt x="455481" y="19917"/>
                  <a:pt x="470666" y="40329"/>
                  <a:pt x="480343" y="63142"/>
                </a:cubicBezTo>
                <a:cubicBezTo>
                  <a:pt x="396436" y="122540"/>
                  <a:pt x="308151" y="183704"/>
                  <a:pt x="206305" y="197759"/>
                </a:cubicBezTo>
                <a:cubicBezTo>
                  <a:pt x="143305" y="206446"/>
                  <a:pt x="47603" y="193945"/>
                  <a:pt x="0" y="190908"/>
                </a:cubicBezTo>
                <a:close/>
              </a:path>
            </a:pathLst>
          </a:custGeom>
          <a:solidFill>
            <a:schemeClr val="accent2"/>
          </a:solidFill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Quote">
  <p:cSld name="CUSTOM_6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"/>
          <p:cNvSpPr/>
          <p:nvPr/>
        </p:nvSpPr>
        <p:spPr>
          <a:xfrm flipH="1">
            <a:off x="9531300" y="5064596"/>
            <a:ext cx="2660700" cy="1793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725509" y="648979"/>
            <a:ext cx="10740900" cy="5559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dist="889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396950" y="2842437"/>
            <a:ext cx="1878419" cy="970517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</p:pic>
      <p:pic>
        <p:nvPicPr>
          <p:cNvPr id="326" name="Google Shape;32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10703737" y="2842437"/>
            <a:ext cx="1878418" cy="970517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sp>
        <p:nvSpPr>
          <p:cNvPr id="327" name="Google Shape;327;p9"/>
          <p:cNvSpPr txBox="1">
            <a:spLocks noGrp="1"/>
          </p:cNvSpPr>
          <p:nvPr>
            <p:ph type="title"/>
          </p:nvPr>
        </p:nvSpPr>
        <p:spPr>
          <a:xfrm>
            <a:off x="1488150" y="1873525"/>
            <a:ext cx="9185400" cy="316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28" name="Google Shape;328;p9"/>
          <p:cNvSpPr txBox="1">
            <a:spLocks noGrp="1"/>
          </p:cNvSpPr>
          <p:nvPr>
            <p:ph type="subTitle" idx="1"/>
          </p:nvPr>
        </p:nvSpPr>
        <p:spPr>
          <a:xfrm>
            <a:off x="824750" y="5363650"/>
            <a:ext cx="10555200" cy="717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9"/>
          <p:cNvSpPr/>
          <p:nvPr/>
        </p:nvSpPr>
        <p:spPr>
          <a:xfrm rot="-9520326" flipH="1">
            <a:off x="904428" y="1013573"/>
            <a:ext cx="1007564" cy="627897"/>
          </a:xfrm>
          <a:custGeom>
            <a:avLst/>
            <a:gdLst/>
            <a:ahLst/>
            <a:cxnLst/>
            <a:rect l="l" t="t" r="r" b="b"/>
            <a:pathLst>
              <a:path w="618491" h="385433" extrusionOk="0">
                <a:moveTo>
                  <a:pt x="0" y="190908"/>
                </a:moveTo>
                <a:cubicBezTo>
                  <a:pt x="30794" y="254191"/>
                  <a:pt x="58763" y="318887"/>
                  <a:pt x="83836" y="384712"/>
                </a:cubicBezTo>
                <a:cubicBezTo>
                  <a:pt x="170143" y="390221"/>
                  <a:pt x="256239" y="363665"/>
                  <a:pt x="332376" y="322700"/>
                </a:cubicBezTo>
                <a:cubicBezTo>
                  <a:pt x="471443" y="247834"/>
                  <a:pt x="556974" y="149449"/>
                  <a:pt x="575267" y="123811"/>
                </a:cubicBezTo>
                <a:cubicBezTo>
                  <a:pt x="596879" y="157854"/>
                  <a:pt x="601117" y="163645"/>
                  <a:pt x="618491" y="179678"/>
                </a:cubicBezTo>
                <a:lnTo>
                  <a:pt x="616796" y="0"/>
                </a:lnTo>
                <a:cubicBezTo>
                  <a:pt x="556974" y="7416"/>
                  <a:pt x="496446" y="8758"/>
                  <a:pt x="436341" y="4097"/>
                </a:cubicBezTo>
                <a:cubicBezTo>
                  <a:pt x="455481" y="19917"/>
                  <a:pt x="470666" y="40329"/>
                  <a:pt x="480343" y="63142"/>
                </a:cubicBezTo>
                <a:cubicBezTo>
                  <a:pt x="396436" y="122540"/>
                  <a:pt x="308151" y="183704"/>
                  <a:pt x="206305" y="197759"/>
                </a:cubicBezTo>
                <a:cubicBezTo>
                  <a:pt x="143305" y="206446"/>
                  <a:pt x="47603" y="193945"/>
                  <a:pt x="0" y="190908"/>
                </a:cubicBez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 rot="-459229">
            <a:off x="931621" y="5290178"/>
            <a:ext cx="882966" cy="5272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1" name="Google Shape;331;p9"/>
          <p:cNvGrpSpPr/>
          <p:nvPr/>
        </p:nvGrpSpPr>
        <p:grpSpPr>
          <a:xfrm rot="-1479810">
            <a:off x="1078385" y="5228368"/>
            <a:ext cx="735272" cy="651165"/>
            <a:chOff x="3116097" y="-1477902"/>
            <a:chExt cx="735251" cy="651147"/>
          </a:xfrm>
        </p:grpSpPr>
        <p:sp>
          <p:nvSpPr>
            <p:cNvPr id="332" name="Google Shape;332;p9"/>
            <p:cNvSpPr/>
            <p:nvPr/>
          </p:nvSpPr>
          <p:spPr>
            <a:xfrm>
              <a:off x="3116097" y="-1477902"/>
              <a:ext cx="612260" cy="559814"/>
            </a:xfrm>
            <a:custGeom>
              <a:avLst/>
              <a:gdLst/>
              <a:ahLst/>
              <a:cxnLst/>
              <a:rect l="l" t="t" r="r" b="b"/>
              <a:pathLst>
                <a:path w="612260" h="559814" extrusionOk="0">
                  <a:moveTo>
                    <a:pt x="583519" y="8073"/>
                  </a:moveTo>
                  <a:cubicBezTo>
                    <a:pt x="550562" y="-6786"/>
                    <a:pt x="511319" y="548"/>
                    <a:pt x="478839" y="16455"/>
                  </a:cubicBezTo>
                  <a:cubicBezTo>
                    <a:pt x="446359" y="32361"/>
                    <a:pt x="418450" y="56079"/>
                    <a:pt x="388161" y="75795"/>
                  </a:cubicBezTo>
                  <a:cubicBezTo>
                    <a:pt x="330344" y="113514"/>
                    <a:pt x="263193" y="136946"/>
                    <a:pt x="194518" y="143328"/>
                  </a:cubicBezTo>
                  <a:cubicBezTo>
                    <a:pt x="140797" y="148281"/>
                    <a:pt x="80789" y="145137"/>
                    <a:pt x="40403" y="180761"/>
                  </a:cubicBezTo>
                  <a:cubicBezTo>
                    <a:pt x="5065" y="212098"/>
                    <a:pt x="-3317" y="264390"/>
                    <a:pt x="1065" y="311349"/>
                  </a:cubicBezTo>
                  <a:cubicBezTo>
                    <a:pt x="3541" y="337066"/>
                    <a:pt x="9637" y="363736"/>
                    <a:pt x="26401" y="383453"/>
                  </a:cubicBezTo>
                  <a:cubicBezTo>
                    <a:pt x="53071" y="414790"/>
                    <a:pt x="99077" y="420791"/>
                    <a:pt x="140035" y="417457"/>
                  </a:cubicBezTo>
                  <a:cubicBezTo>
                    <a:pt x="180992" y="414123"/>
                    <a:pt x="222235" y="403836"/>
                    <a:pt x="262717" y="411075"/>
                  </a:cubicBezTo>
                  <a:cubicBezTo>
                    <a:pt x="324534" y="422124"/>
                    <a:pt x="371016" y="471083"/>
                    <a:pt x="420641" y="509564"/>
                  </a:cubicBezTo>
                  <a:cubicBezTo>
                    <a:pt x="470266" y="548045"/>
                    <a:pt x="539418" y="577953"/>
                    <a:pt x="593901" y="546902"/>
                  </a:cubicBezTo>
                  <a:cubicBezTo>
                    <a:pt x="599521" y="543663"/>
                    <a:pt x="604950" y="539758"/>
                    <a:pt x="608284" y="534138"/>
                  </a:cubicBezTo>
                  <a:cubicBezTo>
                    <a:pt x="614189" y="524232"/>
                    <a:pt x="612284" y="511850"/>
                    <a:pt x="610379" y="500515"/>
                  </a:cubicBezTo>
                  <a:cubicBezTo>
                    <a:pt x="587805" y="367832"/>
                    <a:pt x="584471" y="231910"/>
                    <a:pt x="600664" y="98274"/>
                  </a:cubicBezTo>
                  <a:cubicBezTo>
                    <a:pt x="603807" y="72271"/>
                    <a:pt x="606950" y="43315"/>
                    <a:pt x="583328" y="816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3609033" y="-1465067"/>
              <a:ext cx="4571" cy="532066"/>
            </a:xfrm>
            <a:custGeom>
              <a:avLst/>
              <a:gdLst/>
              <a:ahLst/>
              <a:cxnLst/>
              <a:rect l="l" t="t" r="r" b="b"/>
              <a:pathLst>
                <a:path w="4571" h="532066" extrusionOk="0">
                  <a:moveTo>
                    <a:pt x="0" y="0"/>
                  </a:moveTo>
                  <a:lnTo>
                    <a:pt x="4572" y="53206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3383481" y="-1344004"/>
              <a:ext cx="6393" cy="277177"/>
            </a:xfrm>
            <a:custGeom>
              <a:avLst/>
              <a:gdLst/>
              <a:ahLst/>
              <a:cxnLst/>
              <a:rect l="l" t="t" r="r" b="b"/>
              <a:pathLst>
                <a:path w="6393" h="277177" extrusionOk="0">
                  <a:moveTo>
                    <a:pt x="6382" y="0"/>
                  </a:moveTo>
                  <a:cubicBezTo>
                    <a:pt x="6572" y="92393"/>
                    <a:pt x="4477" y="184880"/>
                    <a:pt x="0" y="277178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3292327" y="-1335051"/>
              <a:ext cx="7696" cy="268223"/>
            </a:xfrm>
            <a:custGeom>
              <a:avLst/>
              <a:gdLst/>
              <a:ahLst/>
              <a:cxnLst/>
              <a:rect l="l" t="t" r="r" b="b"/>
              <a:pathLst>
                <a:path w="7696" h="268223" extrusionOk="0">
                  <a:moveTo>
                    <a:pt x="0" y="0"/>
                  </a:moveTo>
                  <a:cubicBezTo>
                    <a:pt x="11335" y="91916"/>
                    <a:pt x="7048" y="175641"/>
                    <a:pt x="6191" y="26822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3243165" y="-1069494"/>
              <a:ext cx="92471" cy="242739"/>
            </a:xfrm>
            <a:custGeom>
              <a:avLst/>
              <a:gdLst/>
              <a:ahLst/>
              <a:cxnLst/>
              <a:rect l="l" t="t" r="r" b="b"/>
              <a:pathLst>
                <a:path w="92471" h="242739" extrusionOk="0">
                  <a:moveTo>
                    <a:pt x="299" y="11430"/>
                  </a:moveTo>
                  <a:cubicBezTo>
                    <a:pt x="-654" y="51149"/>
                    <a:pt x="680" y="90868"/>
                    <a:pt x="4204" y="130397"/>
                  </a:cubicBezTo>
                  <a:cubicBezTo>
                    <a:pt x="7252" y="163830"/>
                    <a:pt x="12205" y="198120"/>
                    <a:pt x="29064" y="227266"/>
                  </a:cubicBezTo>
                  <a:cubicBezTo>
                    <a:pt x="32493" y="233267"/>
                    <a:pt x="36875" y="239268"/>
                    <a:pt x="43352" y="241649"/>
                  </a:cubicBezTo>
                  <a:cubicBezTo>
                    <a:pt x="52496" y="245078"/>
                    <a:pt x="62783" y="239935"/>
                    <a:pt x="69545" y="232981"/>
                  </a:cubicBezTo>
                  <a:cubicBezTo>
                    <a:pt x="85928" y="216408"/>
                    <a:pt x="89167" y="191167"/>
                    <a:pt x="90596" y="167830"/>
                  </a:cubicBezTo>
                  <a:cubicBezTo>
                    <a:pt x="94120" y="111919"/>
                    <a:pt x="92691" y="55626"/>
                    <a:pt x="86214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3793437" y="-1351720"/>
              <a:ext cx="48387" cy="58578"/>
            </a:xfrm>
            <a:custGeom>
              <a:avLst/>
              <a:gdLst/>
              <a:ahLst/>
              <a:cxnLst/>
              <a:rect l="l" t="t" r="r" b="b"/>
              <a:pathLst>
                <a:path w="48387" h="58578" extrusionOk="0">
                  <a:moveTo>
                    <a:pt x="0" y="58579"/>
                  </a:moveTo>
                  <a:cubicBezTo>
                    <a:pt x="12002" y="36005"/>
                    <a:pt x="28575" y="16002"/>
                    <a:pt x="48387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3802295" y="-1212655"/>
              <a:ext cx="49053" cy="10858"/>
            </a:xfrm>
            <a:custGeom>
              <a:avLst/>
              <a:gdLst/>
              <a:ahLst/>
              <a:cxnLst/>
              <a:rect l="l" t="t" r="r" b="b"/>
              <a:pathLst>
                <a:path w="49053" h="10858" extrusionOk="0">
                  <a:moveTo>
                    <a:pt x="0" y="10858"/>
                  </a:moveTo>
                  <a:cubicBezTo>
                    <a:pt x="15716" y="5048"/>
                    <a:pt x="32290" y="1429"/>
                    <a:pt x="49054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3794389" y="-1106546"/>
              <a:ext cx="48863" cy="41433"/>
            </a:xfrm>
            <a:custGeom>
              <a:avLst/>
              <a:gdLst/>
              <a:ahLst/>
              <a:cxnLst/>
              <a:rect l="l" t="t" r="r" b="b"/>
              <a:pathLst>
                <a:path w="48863" h="41433" extrusionOk="0">
                  <a:moveTo>
                    <a:pt x="0" y="0"/>
                  </a:moveTo>
                  <a:cubicBezTo>
                    <a:pt x="17240" y="12573"/>
                    <a:pt x="33623" y="26384"/>
                    <a:pt x="48863" y="4143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9"/>
          <p:cNvSpPr/>
          <p:nvPr/>
        </p:nvSpPr>
        <p:spPr>
          <a:xfrm rot="8735686">
            <a:off x="10585365" y="836705"/>
            <a:ext cx="615268" cy="825175"/>
          </a:xfrm>
          <a:custGeom>
            <a:avLst/>
            <a:gdLst/>
            <a:ahLst/>
            <a:cxnLst/>
            <a:rect l="l" t="t" r="r" b="b"/>
            <a:pathLst>
              <a:path w="615314" h="825237" extrusionOk="0">
                <a:moveTo>
                  <a:pt x="430339" y="650414"/>
                </a:moveTo>
                <a:cubicBezTo>
                  <a:pt x="475541" y="682620"/>
                  <a:pt x="483381" y="756286"/>
                  <a:pt x="445383" y="796826"/>
                </a:cubicBezTo>
                <a:cubicBezTo>
                  <a:pt x="407385" y="837367"/>
                  <a:pt x="332802" y="834047"/>
                  <a:pt x="299112" y="789905"/>
                </a:cubicBezTo>
                <a:cubicBezTo>
                  <a:pt x="265423" y="745762"/>
                  <a:pt x="282373" y="672379"/>
                  <a:pt x="332307" y="648083"/>
                </a:cubicBezTo>
                <a:cubicBezTo>
                  <a:pt x="282303" y="657123"/>
                  <a:pt x="231309" y="660372"/>
                  <a:pt x="180598" y="657759"/>
                </a:cubicBezTo>
                <a:lnTo>
                  <a:pt x="184765" y="482177"/>
                </a:lnTo>
                <a:cubicBezTo>
                  <a:pt x="148109" y="516997"/>
                  <a:pt x="92878" y="530911"/>
                  <a:pt x="44074" y="517633"/>
                </a:cubicBezTo>
                <a:cubicBezTo>
                  <a:pt x="30725" y="513960"/>
                  <a:pt x="17235" y="507957"/>
                  <a:pt x="9113" y="496727"/>
                </a:cubicBezTo>
                <a:cubicBezTo>
                  <a:pt x="2121" y="487121"/>
                  <a:pt x="-69" y="474691"/>
                  <a:pt x="2" y="462825"/>
                </a:cubicBezTo>
                <a:cubicBezTo>
                  <a:pt x="143" y="424615"/>
                  <a:pt x="23026" y="387324"/>
                  <a:pt x="56999" y="369737"/>
                </a:cubicBezTo>
                <a:cubicBezTo>
                  <a:pt x="90971" y="352151"/>
                  <a:pt x="134548" y="355188"/>
                  <a:pt x="165837" y="377153"/>
                </a:cubicBezTo>
                <a:cubicBezTo>
                  <a:pt x="153971" y="320863"/>
                  <a:pt x="153830" y="262100"/>
                  <a:pt x="165484" y="205739"/>
                </a:cubicBezTo>
                <a:cubicBezTo>
                  <a:pt x="214005" y="192743"/>
                  <a:pt x="264363" y="186316"/>
                  <a:pt x="314580" y="186740"/>
                </a:cubicBezTo>
                <a:cubicBezTo>
                  <a:pt x="275028" y="153474"/>
                  <a:pt x="265846" y="89555"/>
                  <a:pt x="294451" y="46543"/>
                </a:cubicBezTo>
                <a:cubicBezTo>
                  <a:pt x="323055" y="3530"/>
                  <a:pt x="385561" y="-12785"/>
                  <a:pt x="431540" y="10875"/>
                </a:cubicBezTo>
                <a:cubicBezTo>
                  <a:pt x="477519" y="34536"/>
                  <a:pt x="500685" y="94782"/>
                  <a:pt x="482322" y="143091"/>
                </a:cubicBezTo>
                <a:cubicBezTo>
                  <a:pt x="474058" y="164845"/>
                  <a:pt x="455695" y="185186"/>
                  <a:pt x="432458" y="186245"/>
                </a:cubicBezTo>
                <a:cubicBezTo>
                  <a:pt x="493764" y="178335"/>
                  <a:pt x="557046" y="186245"/>
                  <a:pt x="614467" y="209129"/>
                </a:cubicBezTo>
                <a:cubicBezTo>
                  <a:pt x="605709" y="259840"/>
                  <a:pt x="605992" y="312105"/>
                  <a:pt x="615315" y="362745"/>
                </a:cubicBezTo>
                <a:cubicBezTo>
                  <a:pt x="575410" y="349043"/>
                  <a:pt x="530702" y="340568"/>
                  <a:pt x="491645" y="356530"/>
                </a:cubicBezTo>
                <a:cubicBezTo>
                  <a:pt x="452587" y="372492"/>
                  <a:pt x="424901" y="421084"/>
                  <a:pt x="444253" y="458588"/>
                </a:cubicBezTo>
                <a:cubicBezTo>
                  <a:pt x="466995" y="502660"/>
                  <a:pt x="529501" y="501318"/>
                  <a:pt x="578447" y="493619"/>
                </a:cubicBezTo>
                <a:cubicBezTo>
                  <a:pt x="577952" y="555278"/>
                  <a:pt x="577458" y="616936"/>
                  <a:pt x="576964" y="678594"/>
                </a:cubicBezTo>
                <a:cubicBezTo>
                  <a:pt x="530773" y="658889"/>
                  <a:pt x="479991" y="650061"/>
                  <a:pt x="430269" y="650414"/>
                </a:cubicBezTo>
                <a:close/>
              </a:path>
            </a:pathLst>
          </a:cu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1"/>
          <p:cNvSpPr/>
          <p:nvPr/>
        </p:nvSpPr>
        <p:spPr>
          <a:xfrm>
            <a:off x="0" y="5064596"/>
            <a:ext cx="2660700" cy="1793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462403" y="589064"/>
            <a:ext cx="11267100" cy="5832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dist="889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56791" y="-76188"/>
            <a:ext cx="1878418" cy="970517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</p:pic>
      <p:sp>
        <p:nvSpPr>
          <p:cNvPr id="395" name="Google Shape;395;p11"/>
          <p:cNvSpPr txBox="1">
            <a:spLocks noGrp="1"/>
          </p:cNvSpPr>
          <p:nvPr>
            <p:ph type="subTitle" idx="1"/>
          </p:nvPr>
        </p:nvSpPr>
        <p:spPr>
          <a:xfrm>
            <a:off x="1217550" y="1898902"/>
            <a:ext cx="9755100" cy="410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396" name="Google Shape;396;p11"/>
          <p:cNvSpPr txBox="1">
            <a:spLocks noGrp="1"/>
          </p:cNvSpPr>
          <p:nvPr>
            <p:ph type="subTitle" idx="2"/>
          </p:nvPr>
        </p:nvSpPr>
        <p:spPr>
          <a:xfrm>
            <a:off x="1217550" y="3250751"/>
            <a:ext cx="9755100" cy="410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397" name="Google Shape;397;p11"/>
          <p:cNvSpPr txBox="1">
            <a:spLocks noGrp="1"/>
          </p:cNvSpPr>
          <p:nvPr>
            <p:ph type="subTitle" idx="3"/>
          </p:nvPr>
        </p:nvSpPr>
        <p:spPr>
          <a:xfrm>
            <a:off x="1217550" y="4526402"/>
            <a:ext cx="9755100" cy="410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398" name="Google Shape;398;p11"/>
          <p:cNvSpPr txBox="1">
            <a:spLocks noGrp="1"/>
          </p:cNvSpPr>
          <p:nvPr>
            <p:ph type="title"/>
          </p:nvPr>
        </p:nvSpPr>
        <p:spPr>
          <a:xfrm>
            <a:off x="1218450" y="942774"/>
            <a:ext cx="9755100" cy="71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99" name="Google Shape;399;p11"/>
          <p:cNvSpPr txBox="1">
            <a:spLocks noGrp="1"/>
          </p:cNvSpPr>
          <p:nvPr>
            <p:ph type="body" idx="4"/>
          </p:nvPr>
        </p:nvSpPr>
        <p:spPr>
          <a:xfrm>
            <a:off x="1217550" y="2309394"/>
            <a:ext cx="9755100" cy="86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400" name="Google Shape;400;p11"/>
          <p:cNvSpPr txBox="1">
            <a:spLocks noGrp="1"/>
          </p:cNvSpPr>
          <p:nvPr>
            <p:ph type="body" idx="5"/>
          </p:nvPr>
        </p:nvSpPr>
        <p:spPr>
          <a:xfrm>
            <a:off x="1217550" y="3650530"/>
            <a:ext cx="9755100" cy="86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401" name="Google Shape;401;p11"/>
          <p:cNvSpPr txBox="1">
            <a:spLocks noGrp="1"/>
          </p:cNvSpPr>
          <p:nvPr>
            <p:ph type="body" idx="6"/>
          </p:nvPr>
        </p:nvSpPr>
        <p:spPr>
          <a:xfrm>
            <a:off x="1217550" y="4913779"/>
            <a:ext cx="9756900" cy="86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grpSp>
        <p:nvGrpSpPr>
          <p:cNvPr id="402" name="Google Shape;402;p11"/>
          <p:cNvGrpSpPr/>
          <p:nvPr/>
        </p:nvGrpSpPr>
        <p:grpSpPr>
          <a:xfrm rot="-5192582">
            <a:off x="10617963" y="5310219"/>
            <a:ext cx="377945" cy="1362233"/>
            <a:chOff x="2748074" y="4303871"/>
            <a:chExt cx="377938" cy="1362206"/>
          </a:xfrm>
        </p:grpSpPr>
        <p:sp>
          <p:nvSpPr>
            <p:cNvPr id="403" name="Google Shape;403;p11"/>
            <p:cNvSpPr/>
            <p:nvPr/>
          </p:nvSpPr>
          <p:spPr>
            <a:xfrm>
              <a:off x="2748074" y="4326119"/>
              <a:ext cx="377938" cy="1339958"/>
            </a:xfrm>
            <a:custGeom>
              <a:avLst/>
              <a:gdLst/>
              <a:ahLst/>
              <a:cxnLst/>
              <a:rect l="l" t="t" r="r" b="b"/>
              <a:pathLst>
                <a:path w="377938" h="1339958" extrusionOk="0">
                  <a:moveTo>
                    <a:pt x="377939" y="1339958"/>
                  </a:moveTo>
                  <a:cubicBezTo>
                    <a:pt x="225806" y="1229072"/>
                    <a:pt x="122688" y="1061260"/>
                    <a:pt x="58629" y="884195"/>
                  </a:cubicBezTo>
                  <a:cubicBezTo>
                    <a:pt x="38853" y="829599"/>
                    <a:pt x="22467" y="773661"/>
                    <a:pt x="12155" y="716523"/>
                  </a:cubicBezTo>
                  <a:cubicBezTo>
                    <a:pt x="-33965" y="460143"/>
                    <a:pt x="53261" y="183563"/>
                    <a:pt x="238095" y="0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2804725" y="4303871"/>
              <a:ext cx="203762" cy="172473"/>
            </a:xfrm>
            <a:custGeom>
              <a:avLst/>
              <a:gdLst/>
              <a:ahLst/>
              <a:cxnLst/>
              <a:rect l="l" t="t" r="r" b="b"/>
              <a:pathLst>
                <a:path w="203762" h="172473" extrusionOk="0">
                  <a:moveTo>
                    <a:pt x="0" y="80304"/>
                  </a:moveTo>
                  <a:lnTo>
                    <a:pt x="136101" y="25850"/>
                  </a:lnTo>
                  <a:cubicBezTo>
                    <a:pt x="153546" y="18858"/>
                    <a:pt x="171203" y="11795"/>
                    <a:pt x="185823" y="0"/>
                  </a:cubicBezTo>
                  <a:cubicBezTo>
                    <a:pt x="181656" y="57986"/>
                    <a:pt x="187800" y="116607"/>
                    <a:pt x="203762" y="172474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1"/>
          <p:cNvGrpSpPr/>
          <p:nvPr/>
        </p:nvGrpSpPr>
        <p:grpSpPr>
          <a:xfrm rot="-10057892">
            <a:off x="10756260" y="700450"/>
            <a:ext cx="741052" cy="743051"/>
            <a:chOff x="7970244" y="-543333"/>
            <a:chExt cx="741045" cy="743044"/>
          </a:xfrm>
        </p:grpSpPr>
        <p:sp>
          <p:nvSpPr>
            <p:cNvPr id="406" name="Google Shape;406;p11"/>
            <p:cNvSpPr/>
            <p:nvPr/>
          </p:nvSpPr>
          <p:spPr>
            <a:xfrm>
              <a:off x="8025585" y="-541714"/>
              <a:ext cx="684847" cy="707802"/>
            </a:xfrm>
            <a:custGeom>
              <a:avLst/>
              <a:gdLst/>
              <a:ahLst/>
              <a:cxnLst/>
              <a:rect l="l" t="t" r="r" b="b"/>
              <a:pathLst>
                <a:path w="684847" h="707802" extrusionOk="0">
                  <a:moveTo>
                    <a:pt x="212027" y="376333"/>
                  </a:moveTo>
                  <a:lnTo>
                    <a:pt x="169355" y="534924"/>
                  </a:lnTo>
                  <a:cubicBezTo>
                    <a:pt x="196691" y="530161"/>
                    <a:pt x="216789" y="507873"/>
                    <a:pt x="238125" y="490157"/>
                  </a:cubicBezTo>
                  <a:cubicBezTo>
                    <a:pt x="259461" y="472440"/>
                    <a:pt x="289656" y="458153"/>
                    <a:pt x="313944" y="471487"/>
                  </a:cubicBezTo>
                  <a:cubicBezTo>
                    <a:pt x="390525" y="542163"/>
                    <a:pt x="458914" y="621602"/>
                    <a:pt x="517493" y="707803"/>
                  </a:cubicBezTo>
                  <a:cubicBezTo>
                    <a:pt x="500158" y="645319"/>
                    <a:pt x="517589" y="579120"/>
                    <a:pt x="535305" y="516731"/>
                  </a:cubicBezTo>
                  <a:cubicBezTo>
                    <a:pt x="584073" y="344233"/>
                    <a:pt x="634460" y="172117"/>
                    <a:pt x="684848" y="0"/>
                  </a:cubicBezTo>
                  <a:cubicBezTo>
                    <a:pt x="522161" y="68675"/>
                    <a:pt x="350806" y="113919"/>
                    <a:pt x="180118" y="158972"/>
                  </a:cubicBezTo>
                  <a:lnTo>
                    <a:pt x="0" y="206502"/>
                  </a:lnTo>
                  <a:cubicBezTo>
                    <a:pt x="83534" y="240316"/>
                    <a:pt x="155639" y="301466"/>
                    <a:pt x="212027" y="37633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8239326" y="-543333"/>
              <a:ext cx="471963" cy="480440"/>
            </a:xfrm>
            <a:custGeom>
              <a:avLst/>
              <a:gdLst/>
              <a:ahLst/>
              <a:cxnLst/>
              <a:rect l="l" t="t" r="r" b="b"/>
              <a:pathLst>
                <a:path w="471963" h="480440" extrusionOk="0">
                  <a:moveTo>
                    <a:pt x="0" y="371380"/>
                  </a:moveTo>
                  <a:cubicBezTo>
                    <a:pt x="156210" y="246221"/>
                    <a:pt x="313563" y="122396"/>
                    <a:pt x="471964" y="0"/>
                  </a:cubicBezTo>
                  <a:cubicBezTo>
                    <a:pt x="355282" y="162877"/>
                    <a:pt x="238506" y="325850"/>
                    <a:pt x="110966" y="480441"/>
                  </a:cubicBez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7970244" y="166945"/>
              <a:ext cx="47815" cy="32766"/>
            </a:xfrm>
            <a:custGeom>
              <a:avLst/>
              <a:gdLst/>
              <a:ahLst/>
              <a:cxnLst/>
              <a:rect l="l" t="t" r="r" b="b"/>
              <a:pathLst>
                <a:path w="47815" h="32766" extrusionOk="0">
                  <a:moveTo>
                    <a:pt x="0" y="32766"/>
                  </a:moveTo>
                  <a:lnTo>
                    <a:pt x="47816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8088640" y="33595"/>
              <a:ext cx="52863" cy="52863"/>
            </a:xfrm>
            <a:custGeom>
              <a:avLst/>
              <a:gdLst/>
              <a:ahLst/>
              <a:cxnLst/>
              <a:rect l="l" t="t" r="r" b="b"/>
              <a:pathLst>
                <a:path w="52863" h="52863" extrusionOk="0">
                  <a:moveTo>
                    <a:pt x="0" y="52864"/>
                  </a:moveTo>
                  <a:lnTo>
                    <a:pt x="52864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0" name="Google Shape;410;p1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2"/>
          <p:cNvSpPr txBox="1">
            <a:spLocks noGrp="1"/>
          </p:cNvSpPr>
          <p:nvPr>
            <p:ph type="title"/>
          </p:nvPr>
        </p:nvSpPr>
        <p:spPr>
          <a:xfrm>
            <a:off x="2678238" y="2394647"/>
            <a:ext cx="7153800" cy="1230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/>
              <a:t>CLASS SCHEDULING</a:t>
            </a:r>
            <a:br>
              <a:rPr lang="en-US" sz="4000" b="0" dirty="0"/>
            </a:br>
            <a:r>
              <a:rPr lang="en-US" dirty="0"/>
              <a:t>MANAGEMENT SYSTEM</a:t>
            </a:r>
            <a:endParaRPr dirty="0"/>
          </a:p>
        </p:txBody>
      </p:sp>
      <p:sp>
        <p:nvSpPr>
          <p:cNvPr id="641" name="Google Shape;641;p22"/>
          <p:cNvSpPr txBox="1">
            <a:spLocks noGrp="1"/>
          </p:cNvSpPr>
          <p:nvPr>
            <p:ph type="subTitle" idx="1"/>
          </p:nvPr>
        </p:nvSpPr>
        <p:spPr>
          <a:xfrm>
            <a:off x="2678238" y="4126344"/>
            <a:ext cx="5519831" cy="88352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FOCUSING THE CHAPTER 2 AND 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REPORTED BY: HOSNI, MONTHAFER, RANIA, ABDULRAHIM</a:t>
            </a:r>
          </a:p>
        </p:txBody>
      </p:sp>
      <p:grpSp>
        <p:nvGrpSpPr>
          <p:cNvPr id="642" name="Google Shape;642;p22"/>
          <p:cNvGrpSpPr/>
          <p:nvPr/>
        </p:nvGrpSpPr>
        <p:grpSpPr>
          <a:xfrm>
            <a:off x="9724484" y="1785816"/>
            <a:ext cx="788140" cy="2965544"/>
            <a:chOff x="8686327" y="1939200"/>
            <a:chExt cx="788140" cy="2965544"/>
          </a:xfrm>
        </p:grpSpPr>
        <p:sp>
          <p:nvSpPr>
            <p:cNvPr id="643" name="Google Shape;643;p22"/>
            <p:cNvSpPr/>
            <p:nvPr/>
          </p:nvSpPr>
          <p:spPr>
            <a:xfrm rot="10800000">
              <a:off x="8686327" y="4513840"/>
              <a:ext cx="202208" cy="390904"/>
            </a:xfrm>
            <a:custGeom>
              <a:avLst/>
              <a:gdLst/>
              <a:ahLst/>
              <a:cxnLst/>
              <a:rect l="l" t="t" r="r" b="b"/>
              <a:pathLst>
                <a:path w="202208" h="390904" extrusionOk="0">
                  <a:moveTo>
                    <a:pt x="202209" y="390904"/>
                  </a:moveTo>
                  <a:lnTo>
                    <a:pt x="63989" y="160091"/>
                  </a:lnTo>
                  <a:cubicBezTo>
                    <a:pt x="35526" y="112559"/>
                    <a:pt x="6356" y="63119"/>
                    <a:pt x="0" y="8029"/>
                  </a:cubicBezTo>
                  <a:cubicBezTo>
                    <a:pt x="5015" y="-1435"/>
                    <a:pt x="19211" y="-2142"/>
                    <a:pt x="28110" y="3862"/>
                  </a:cubicBezTo>
                  <a:cubicBezTo>
                    <a:pt x="37009" y="9865"/>
                    <a:pt x="41741" y="20106"/>
                    <a:pt x="46120" y="29853"/>
                  </a:cubicBezTo>
                  <a:cubicBezTo>
                    <a:pt x="100433" y="151404"/>
                    <a:pt x="154676" y="272885"/>
                    <a:pt x="202209" y="390904"/>
                  </a:cubicBezTo>
                  <a:close/>
                </a:path>
              </a:pathLst>
            </a:custGeom>
            <a:solidFill>
              <a:schemeClr val="accent3"/>
            </a:solidFill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9009593" y="4100995"/>
              <a:ext cx="403075" cy="194909"/>
            </a:xfrm>
            <a:custGeom>
              <a:avLst/>
              <a:gdLst/>
              <a:ahLst/>
              <a:cxnLst/>
              <a:rect l="l" t="t" r="r" b="b"/>
              <a:pathLst>
                <a:path w="403075" h="194909" extrusionOk="0">
                  <a:moveTo>
                    <a:pt x="70" y="71"/>
                  </a:moveTo>
                  <a:cubicBezTo>
                    <a:pt x="63071" y="63495"/>
                    <a:pt x="136736" y="116395"/>
                    <a:pt x="216970" y="155806"/>
                  </a:cubicBezTo>
                  <a:cubicBezTo>
                    <a:pt x="274814" y="184269"/>
                    <a:pt x="340993" y="206022"/>
                    <a:pt x="403075" y="188789"/>
                  </a:cubicBezTo>
                  <a:cubicBezTo>
                    <a:pt x="395800" y="160962"/>
                    <a:pt x="372281" y="139773"/>
                    <a:pt x="346219" y="127413"/>
                  </a:cubicBezTo>
                  <a:cubicBezTo>
                    <a:pt x="320158" y="115053"/>
                    <a:pt x="291483" y="110109"/>
                    <a:pt x="263372" y="103611"/>
                  </a:cubicBezTo>
                  <a:cubicBezTo>
                    <a:pt x="168943" y="81929"/>
                    <a:pt x="78750" y="42236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22"/>
            <p:cNvSpPr/>
            <p:nvPr/>
          </p:nvSpPr>
          <p:spPr>
            <a:xfrm flipH="1">
              <a:off x="9038010" y="3448295"/>
              <a:ext cx="436457" cy="94475"/>
            </a:xfrm>
            <a:custGeom>
              <a:avLst/>
              <a:gdLst/>
              <a:ahLst/>
              <a:cxnLst/>
              <a:rect l="l" t="t" r="r" b="b"/>
              <a:pathLst>
                <a:path w="436457" h="94475" extrusionOk="0">
                  <a:moveTo>
                    <a:pt x="436458" y="22343"/>
                  </a:moveTo>
                  <a:cubicBezTo>
                    <a:pt x="393657" y="46498"/>
                    <a:pt x="350079" y="70935"/>
                    <a:pt x="302194" y="81812"/>
                  </a:cubicBezTo>
                  <a:cubicBezTo>
                    <a:pt x="275708" y="87816"/>
                    <a:pt x="248516" y="89511"/>
                    <a:pt x="221395" y="91206"/>
                  </a:cubicBezTo>
                  <a:cubicBezTo>
                    <a:pt x="160372" y="95020"/>
                    <a:pt x="98078" y="98693"/>
                    <a:pt x="39103" y="82448"/>
                  </a:cubicBezTo>
                  <a:cubicBezTo>
                    <a:pt x="23777" y="78210"/>
                    <a:pt x="7038" y="71006"/>
                    <a:pt x="1600" y="56033"/>
                  </a:cubicBezTo>
                  <a:cubicBezTo>
                    <a:pt x="-3485" y="41907"/>
                    <a:pt x="4142" y="25592"/>
                    <a:pt x="16149" y="16552"/>
                  </a:cubicBezTo>
                  <a:cubicBezTo>
                    <a:pt x="28156" y="7511"/>
                    <a:pt x="43482" y="4263"/>
                    <a:pt x="58385" y="2426"/>
                  </a:cubicBezTo>
                  <a:cubicBezTo>
                    <a:pt x="180713" y="-12618"/>
                    <a:pt x="303324" y="48264"/>
                    <a:pt x="436458" y="22343"/>
                  </a:cubicBezTo>
                  <a:close/>
                </a:path>
              </a:pathLst>
            </a:custGeom>
            <a:solidFill>
              <a:schemeClr val="accent3"/>
            </a:solidFill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8981341" y="2513145"/>
              <a:ext cx="453529" cy="344228"/>
            </a:xfrm>
            <a:custGeom>
              <a:avLst/>
              <a:gdLst/>
              <a:ahLst/>
              <a:cxnLst/>
              <a:rect l="l" t="t" r="r" b="b"/>
              <a:pathLst>
                <a:path w="453529" h="344228" extrusionOk="0">
                  <a:moveTo>
                    <a:pt x="0" y="344228"/>
                  </a:moveTo>
                  <a:cubicBezTo>
                    <a:pt x="77691" y="207563"/>
                    <a:pt x="195075" y="93781"/>
                    <a:pt x="334142" y="20539"/>
                  </a:cubicBezTo>
                  <a:cubicBezTo>
                    <a:pt x="352435" y="10863"/>
                    <a:pt x="371716" y="1752"/>
                    <a:pt x="392340" y="198"/>
                  </a:cubicBezTo>
                  <a:cubicBezTo>
                    <a:pt x="412963" y="-1356"/>
                    <a:pt x="435493" y="6202"/>
                    <a:pt x="446582" y="23717"/>
                  </a:cubicBezTo>
                  <a:cubicBezTo>
                    <a:pt x="459083" y="43564"/>
                    <a:pt x="453504" y="70685"/>
                    <a:pt x="439449" y="89472"/>
                  </a:cubicBezTo>
                  <a:cubicBezTo>
                    <a:pt x="425394" y="108259"/>
                    <a:pt x="404558" y="120549"/>
                    <a:pt x="384288" y="132273"/>
                  </a:cubicBezTo>
                  <a:cubicBezTo>
                    <a:pt x="259629" y="204384"/>
                    <a:pt x="134052" y="274942"/>
                    <a:pt x="70" y="344228"/>
                  </a:cubicBezTo>
                  <a:close/>
                </a:path>
              </a:pathLst>
            </a:custGeom>
            <a:solidFill>
              <a:schemeClr val="accent3"/>
            </a:solidFill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22"/>
            <p:cNvSpPr/>
            <p:nvPr/>
          </p:nvSpPr>
          <p:spPr>
            <a:xfrm>
              <a:off x="8735767" y="1939200"/>
              <a:ext cx="143235" cy="437689"/>
            </a:xfrm>
            <a:custGeom>
              <a:avLst/>
              <a:gdLst/>
              <a:ahLst/>
              <a:cxnLst/>
              <a:rect l="l" t="t" r="r" b="b"/>
              <a:pathLst>
                <a:path w="143235" h="437689" extrusionOk="0">
                  <a:moveTo>
                    <a:pt x="0" y="437690"/>
                  </a:moveTo>
                  <a:cubicBezTo>
                    <a:pt x="7698" y="296998"/>
                    <a:pt x="40611" y="157649"/>
                    <a:pt x="96690" y="28329"/>
                  </a:cubicBezTo>
                  <a:cubicBezTo>
                    <a:pt x="103612" y="12296"/>
                    <a:pt x="119644" y="-6703"/>
                    <a:pt x="134617" y="2337"/>
                  </a:cubicBezTo>
                  <a:cubicBezTo>
                    <a:pt x="146271" y="9400"/>
                    <a:pt x="143940" y="26704"/>
                    <a:pt x="140126" y="39700"/>
                  </a:cubicBezTo>
                  <a:cubicBezTo>
                    <a:pt x="99657" y="177142"/>
                    <a:pt x="54242" y="313102"/>
                    <a:pt x="0" y="437619"/>
                  </a:cubicBezTo>
                  <a:close/>
                </a:path>
              </a:pathLst>
            </a:custGeom>
            <a:solidFill>
              <a:schemeClr val="accent3"/>
            </a:solidFill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C6F943B-F3F7-AA59-32F2-EEA43165EFCA}"/>
              </a:ext>
            </a:extLst>
          </p:cNvPr>
          <p:cNvSpPr/>
          <p:nvPr/>
        </p:nvSpPr>
        <p:spPr>
          <a:xfrm>
            <a:off x="0" y="5454869"/>
            <a:ext cx="173421" cy="1403131"/>
          </a:xfrm>
          <a:prstGeom prst="rect">
            <a:avLst/>
          </a:prstGeom>
          <a:solidFill>
            <a:srgbClr val="FED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5"/>
          <p:cNvSpPr txBox="1">
            <a:spLocks noGrp="1"/>
          </p:cNvSpPr>
          <p:nvPr>
            <p:ph type="body" idx="1"/>
          </p:nvPr>
        </p:nvSpPr>
        <p:spPr>
          <a:xfrm>
            <a:off x="2680038" y="4096550"/>
            <a:ext cx="7389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This subchapter covers about concepts and studies that focuses on our system.</a:t>
            </a:r>
            <a:endParaRPr dirty="0"/>
          </a:p>
        </p:txBody>
      </p:sp>
      <p:sp>
        <p:nvSpPr>
          <p:cNvPr id="681" name="Google Shape;681;p25"/>
          <p:cNvSpPr txBox="1">
            <a:spLocks noGrp="1"/>
          </p:cNvSpPr>
          <p:nvPr>
            <p:ph type="title"/>
          </p:nvPr>
        </p:nvSpPr>
        <p:spPr>
          <a:xfrm>
            <a:off x="2680038" y="1362900"/>
            <a:ext cx="7389300" cy="206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CHAPTER II:</a:t>
            </a:r>
            <a:br>
              <a:rPr lang="en" dirty="0"/>
            </a:br>
            <a:r>
              <a:rPr lang="en" dirty="0">
                <a:highlight>
                  <a:srgbClr val="FEDA60"/>
                </a:highlight>
              </a:rPr>
              <a:t>2.1: </a:t>
            </a:r>
            <a:r>
              <a:rPr lang="en" dirty="0">
                <a:highlight>
                  <a:schemeClr val="accent2"/>
                </a:highlight>
              </a:rPr>
              <a:t>RELATED CONCEPTS</a:t>
            </a:r>
            <a:endParaRPr dirty="0">
              <a:highlight>
                <a:schemeClr val="accent2"/>
              </a:highlight>
            </a:endParaRPr>
          </a:p>
        </p:txBody>
      </p:sp>
      <p:sp>
        <p:nvSpPr>
          <p:cNvPr id="682" name="Google Shape;682;p25"/>
          <p:cNvSpPr/>
          <p:nvPr/>
        </p:nvSpPr>
        <p:spPr>
          <a:xfrm>
            <a:off x="1741288" y="2653441"/>
            <a:ext cx="767416" cy="1110134"/>
          </a:xfrm>
          <a:custGeom>
            <a:avLst/>
            <a:gdLst/>
            <a:ahLst/>
            <a:cxnLst/>
            <a:rect l="l" t="t" r="r" b="b"/>
            <a:pathLst>
              <a:path w="767416" h="1110134" extrusionOk="0">
                <a:moveTo>
                  <a:pt x="9081" y="8758"/>
                </a:moveTo>
                <a:cubicBezTo>
                  <a:pt x="-6386" y="322206"/>
                  <a:pt x="2372" y="709461"/>
                  <a:pt x="3361" y="735593"/>
                </a:cubicBezTo>
                <a:cubicBezTo>
                  <a:pt x="6892" y="832566"/>
                  <a:pt x="-7304" y="920921"/>
                  <a:pt x="154222" y="910327"/>
                </a:cubicBezTo>
                <a:cubicBezTo>
                  <a:pt x="154222" y="910327"/>
                  <a:pt x="357773" y="912164"/>
                  <a:pt x="430308" y="907432"/>
                </a:cubicBezTo>
                <a:cubicBezTo>
                  <a:pt x="436947" y="991691"/>
                  <a:pt x="438925" y="1110135"/>
                  <a:pt x="438925" y="1110135"/>
                </a:cubicBezTo>
                <a:cubicBezTo>
                  <a:pt x="529187" y="998330"/>
                  <a:pt x="653493" y="906654"/>
                  <a:pt x="767416" y="817169"/>
                </a:cubicBezTo>
                <a:cubicBezTo>
                  <a:pt x="644170" y="734251"/>
                  <a:pt x="535332" y="665247"/>
                  <a:pt x="447259" y="545674"/>
                </a:cubicBezTo>
                <a:cubicBezTo>
                  <a:pt x="443586" y="624495"/>
                  <a:pt x="436170" y="725635"/>
                  <a:pt x="436170" y="725635"/>
                </a:cubicBezTo>
                <a:cubicBezTo>
                  <a:pt x="370698" y="728318"/>
                  <a:pt x="274502" y="725070"/>
                  <a:pt x="274502" y="725070"/>
                </a:cubicBezTo>
                <a:lnTo>
                  <a:pt x="270406" y="0"/>
                </a:lnTo>
                <a:cubicBezTo>
                  <a:pt x="174210" y="15538"/>
                  <a:pt x="107466" y="8758"/>
                  <a:pt x="9152" y="8758"/>
                </a:cubicBezTo>
                <a:close/>
              </a:path>
            </a:pathLst>
          </a:custGeom>
          <a:solidFill>
            <a:schemeClr val="accent2"/>
          </a:solidFill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BD7A9-A61F-D8EB-AE35-E740234F2C60}"/>
              </a:ext>
            </a:extLst>
          </p:cNvPr>
          <p:cNvSpPr/>
          <p:nvPr/>
        </p:nvSpPr>
        <p:spPr>
          <a:xfrm>
            <a:off x="0" y="5486400"/>
            <a:ext cx="236483" cy="1371600"/>
          </a:xfrm>
          <a:prstGeom prst="rect">
            <a:avLst/>
          </a:prstGeom>
          <a:solidFill>
            <a:srgbClr val="D7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6"/>
          <p:cNvSpPr txBox="1">
            <a:spLocks noGrp="1"/>
          </p:cNvSpPr>
          <p:nvPr>
            <p:ph type="title"/>
          </p:nvPr>
        </p:nvSpPr>
        <p:spPr>
          <a:xfrm>
            <a:off x="2199000" y="1453225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2.1 RELATED CONCEPTS</a:t>
            </a:r>
            <a:endParaRPr dirty="0"/>
          </a:p>
        </p:txBody>
      </p:sp>
      <p:sp>
        <p:nvSpPr>
          <p:cNvPr id="688" name="Google Shape;688;p26"/>
          <p:cNvSpPr txBox="1">
            <a:spLocks noGrp="1"/>
          </p:cNvSpPr>
          <p:nvPr>
            <p:ph type="subTitle" idx="1"/>
          </p:nvPr>
        </p:nvSpPr>
        <p:spPr>
          <a:xfrm>
            <a:off x="2199000" y="2426825"/>
            <a:ext cx="7794000" cy="543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2.1.1 TIME TABLE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89" name="Google Shape;689;p26"/>
          <p:cNvSpPr txBox="1">
            <a:spLocks noGrp="1"/>
          </p:cNvSpPr>
          <p:nvPr>
            <p:ph type="body" idx="2"/>
          </p:nvPr>
        </p:nvSpPr>
        <p:spPr>
          <a:xfrm>
            <a:off x="2199000" y="3239400"/>
            <a:ext cx="7794000" cy="217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Brief Definition: A school timetable is a calendar that coordinated students and teachers within the classrooms and time periods of the school days. Other factors include the class subjects and the type of classrooms available.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				-Wikipedia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BE2DB9-A57B-2A5C-23EA-78DB2199712D}"/>
              </a:ext>
            </a:extLst>
          </p:cNvPr>
          <p:cNvSpPr/>
          <p:nvPr/>
        </p:nvSpPr>
        <p:spPr>
          <a:xfrm>
            <a:off x="0" y="5454869"/>
            <a:ext cx="173421" cy="1403131"/>
          </a:xfrm>
          <a:prstGeom prst="rect">
            <a:avLst/>
          </a:prstGeom>
          <a:solidFill>
            <a:srgbClr val="FED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6"/>
          <p:cNvSpPr txBox="1">
            <a:spLocks noGrp="1"/>
          </p:cNvSpPr>
          <p:nvPr>
            <p:ph type="title"/>
          </p:nvPr>
        </p:nvSpPr>
        <p:spPr>
          <a:xfrm>
            <a:off x="2199000" y="1453225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2.1 RELATED CONCEPTS</a:t>
            </a:r>
            <a:endParaRPr dirty="0"/>
          </a:p>
        </p:txBody>
      </p:sp>
      <p:sp>
        <p:nvSpPr>
          <p:cNvPr id="688" name="Google Shape;688;p26"/>
          <p:cNvSpPr txBox="1">
            <a:spLocks noGrp="1"/>
          </p:cNvSpPr>
          <p:nvPr>
            <p:ph type="subTitle" idx="1"/>
          </p:nvPr>
        </p:nvSpPr>
        <p:spPr>
          <a:xfrm>
            <a:off x="2199000" y="2426825"/>
            <a:ext cx="7794000" cy="543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2.1.2 SCHEDULE CONFLICT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89" name="Google Shape;689;p26"/>
          <p:cNvSpPr txBox="1">
            <a:spLocks noGrp="1"/>
          </p:cNvSpPr>
          <p:nvPr>
            <p:ph type="body" idx="2"/>
          </p:nvPr>
        </p:nvSpPr>
        <p:spPr>
          <a:xfrm>
            <a:off x="2199000" y="3239400"/>
            <a:ext cx="7794000" cy="217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Brief Definition: Schedule conflict occurs when two classes overlap making it impossible to register for both. It refers to a scenario in which two events vie for the same time slot on your calendar.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				-</a:t>
            </a:r>
            <a:r>
              <a:rPr lang="en-US" dirty="0" err="1"/>
              <a:t>Sciencespo</a:t>
            </a:r>
            <a:r>
              <a:rPr lang="en-US" dirty="0"/>
              <a:t> and Microsoft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BE2DB9-A57B-2A5C-23EA-78DB2199712D}"/>
              </a:ext>
            </a:extLst>
          </p:cNvPr>
          <p:cNvSpPr/>
          <p:nvPr/>
        </p:nvSpPr>
        <p:spPr>
          <a:xfrm>
            <a:off x="0" y="5454869"/>
            <a:ext cx="173421" cy="1403131"/>
          </a:xfrm>
          <a:prstGeom prst="rect">
            <a:avLst/>
          </a:prstGeom>
          <a:solidFill>
            <a:srgbClr val="FED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8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5"/>
          <p:cNvSpPr txBox="1">
            <a:spLocks noGrp="1"/>
          </p:cNvSpPr>
          <p:nvPr>
            <p:ph type="body" idx="1"/>
          </p:nvPr>
        </p:nvSpPr>
        <p:spPr>
          <a:xfrm>
            <a:off x="2680038" y="4096550"/>
            <a:ext cx="7389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This subchapter covers about famous and local systems that relates on class scheduling.</a:t>
            </a:r>
            <a:endParaRPr dirty="0"/>
          </a:p>
        </p:txBody>
      </p:sp>
      <p:sp>
        <p:nvSpPr>
          <p:cNvPr id="681" name="Google Shape;681;p25"/>
          <p:cNvSpPr txBox="1">
            <a:spLocks noGrp="1"/>
          </p:cNvSpPr>
          <p:nvPr>
            <p:ph type="title"/>
          </p:nvPr>
        </p:nvSpPr>
        <p:spPr>
          <a:xfrm>
            <a:off x="2680038" y="1362900"/>
            <a:ext cx="7389300" cy="206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CHAPTER II:</a:t>
            </a:r>
            <a:br>
              <a:rPr lang="en" dirty="0"/>
            </a:br>
            <a:r>
              <a:rPr lang="en" dirty="0">
                <a:highlight>
                  <a:srgbClr val="FEDA60"/>
                </a:highlight>
              </a:rPr>
              <a:t>2.2: </a:t>
            </a:r>
            <a:r>
              <a:rPr lang="en" dirty="0">
                <a:highlight>
                  <a:schemeClr val="accent2"/>
                </a:highlight>
              </a:rPr>
              <a:t>RELATED SYSTEMS</a:t>
            </a:r>
            <a:endParaRPr dirty="0">
              <a:highlight>
                <a:schemeClr val="accent2"/>
              </a:highlight>
            </a:endParaRPr>
          </a:p>
        </p:txBody>
      </p:sp>
      <p:sp>
        <p:nvSpPr>
          <p:cNvPr id="682" name="Google Shape;682;p25"/>
          <p:cNvSpPr/>
          <p:nvPr/>
        </p:nvSpPr>
        <p:spPr>
          <a:xfrm>
            <a:off x="1741288" y="2653441"/>
            <a:ext cx="767416" cy="1110134"/>
          </a:xfrm>
          <a:custGeom>
            <a:avLst/>
            <a:gdLst/>
            <a:ahLst/>
            <a:cxnLst/>
            <a:rect l="l" t="t" r="r" b="b"/>
            <a:pathLst>
              <a:path w="767416" h="1110134" extrusionOk="0">
                <a:moveTo>
                  <a:pt x="9081" y="8758"/>
                </a:moveTo>
                <a:cubicBezTo>
                  <a:pt x="-6386" y="322206"/>
                  <a:pt x="2372" y="709461"/>
                  <a:pt x="3361" y="735593"/>
                </a:cubicBezTo>
                <a:cubicBezTo>
                  <a:pt x="6892" y="832566"/>
                  <a:pt x="-7304" y="920921"/>
                  <a:pt x="154222" y="910327"/>
                </a:cubicBezTo>
                <a:cubicBezTo>
                  <a:pt x="154222" y="910327"/>
                  <a:pt x="357773" y="912164"/>
                  <a:pt x="430308" y="907432"/>
                </a:cubicBezTo>
                <a:cubicBezTo>
                  <a:pt x="436947" y="991691"/>
                  <a:pt x="438925" y="1110135"/>
                  <a:pt x="438925" y="1110135"/>
                </a:cubicBezTo>
                <a:cubicBezTo>
                  <a:pt x="529187" y="998330"/>
                  <a:pt x="653493" y="906654"/>
                  <a:pt x="767416" y="817169"/>
                </a:cubicBezTo>
                <a:cubicBezTo>
                  <a:pt x="644170" y="734251"/>
                  <a:pt x="535332" y="665247"/>
                  <a:pt x="447259" y="545674"/>
                </a:cubicBezTo>
                <a:cubicBezTo>
                  <a:pt x="443586" y="624495"/>
                  <a:pt x="436170" y="725635"/>
                  <a:pt x="436170" y="725635"/>
                </a:cubicBezTo>
                <a:cubicBezTo>
                  <a:pt x="370698" y="728318"/>
                  <a:pt x="274502" y="725070"/>
                  <a:pt x="274502" y="725070"/>
                </a:cubicBezTo>
                <a:lnTo>
                  <a:pt x="270406" y="0"/>
                </a:lnTo>
                <a:cubicBezTo>
                  <a:pt x="174210" y="15538"/>
                  <a:pt x="107466" y="8758"/>
                  <a:pt x="9152" y="8758"/>
                </a:cubicBezTo>
                <a:close/>
              </a:path>
            </a:pathLst>
          </a:custGeom>
          <a:solidFill>
            <a:schemeClr val="accent2"/>
          </a:solidFill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BD7A9-A61F-D8EB-AE35-E740234F2C60}"/>
              </a:ext>
            </a:extLst>
          </p:cNvPr>
          <p:cNvSpPr/>
          <p:nvPr/>
        </p:nvSpPr>
        <p:spPr>
          <a:xfrm>
            <a:off x="0" y="5486400"/>
            <a:ext cx="236483" cy="1371600"/>
          </a:xfrm>
          <a:prstGeom prst="rect">
            <a:avLst/>
          </a:prstGeom>
          <a:solidFill>
            <a:srgbClr val="D7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7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9"/>
          <p:cNvSpPr txBox="1">
            <a:spLocks noGrp="1"/>
          </p:cNvSpPr>
          <p:nvPr>
            <p:ph type="title"/>
          </p:nvPr>
        </p:nvSpPr>
        <p:spPr>
          <a:xfrm>
            <a:off x="1218450" y="942774"/>
            <a:ext cx="9755100" cy="71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2.2 RELATED SYSTEM</a:t>
            </a:r>
            <a:endParaRPr dirty="0"/>
          </a:p>
        </p:txBody>
      </p:sp>
      <p:sp>
        <p:nvSpPr>
          <p:cNvPr id="712" name="Google Shape;712;p29"/>
          <p:cNvSpPr txBox="1">
            <a:spLocks noGrp="1"/>
          </p:cNvSpPr>
          <p:nvPr>
            <p:ph type="subTitle" idx="1"/>
          </p:nvPr>
        </p:nvSpPr>
        <p:spPr>
          <a:xfrm>
            <a:off x="1217550" y="1898902"/>
            <a:ext cx="9755100" cy="41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DreamClass</a:t>
            </a:r>
            <a:endParaRPr dirty="0"/>
          </a:p>
        </p:txBody>
      </p:sp>
      <p:sp>
        <p:nvSpPr>
          <p:cNvPr id="713" name="Google Shape;713;p29"/>
          <p:cNvSpPr txBox="1">
            <a:spLocks noGrp="1"/>
          </p:cNvSpPr>
          <p:nvPr>
            <p:ph type="body" idx="5"/>
          </p:nvPr>
        </p:nvSpPr>
        <p:spPr>
          <a:xfrm>
            <a:off x="1217550" y="3650530"/>
            <a:ext cx="9755100" cy="86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Todoist</a:t>
            </a:r>
            <a:r>
              <a:rPr lang="en-US" dirty="0"/>
              <a:t> can get a clear overview of everything on the user’s plate and never lose track of an important task.</a:t>
            </a:r>
            <a:endParaRPr dirty="0"/>
          </a:p>
        </p:txBody>
      </p:sp>
      <p:sp>
        <p:nvSpPr>
          <p:cNvPr id="714" name="Google Shape;714;p29"/>
          <p:cNvSpPr txBox="1">
            <a:spLocks noGrp="1"/>
          </p:cNvSpPr>
          <p:nvPr>
            <p:ph type="subTitle" idx="2"/>
          </p:nvPr>
        </p:nvSpPr>
        <p:spPr>
          <a:xfrm>
            <a:off x="1217550" y="3250751"/>
            <a:ext cx="9755100" cy="41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Todoist</a:t>
            </a:r>
            <a:endParaRPr dirty="0"/>
          </a:p>
        </p:txBody>
      </p:sp>
      <p:sp>
        <p:nvSpPr>
          <p:cNvPr id="715" name="Google Shape;715;p29"/>
          <p:cNvSpPr txBox="1">
            <a:spLocks noGrp="1"/>
          </p:cNvSpPr>
          <p:nvPr>
            <p:ph type="body" idx="6"/>
          </p:nvPr>
        </p:nvSpPr>
        <p:spPr>
          <a:xfrm>
            <a:off x="1217550" y="4913779"/>
            <a:ext cx="9756900" cy="86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  <p:sp>
        <p:nvSpPr>
          <p:cNvPr id="716" name="Google Shape;716;p29"/>
          <p:cNvSpPr txBox="1">
            <a:spLocks noGrp="1"/>
          </p:cNvSpPr>
          <p:nvPr>
            <p:ph type="subTitle" idx="3"/>
          </p:nvPr>
        </p:nvSpPr>
        <p:spPr>
          <a:xfrm>
            <a:off x="1217550" y="4526402"/>
            <a:ext cx="9755100" cy="41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Local Systems</a:t>
            </a:r>
            <a:endParaRPr dirty="0"/>
          </a:p>
        </p:txBody>
      </p:sp>
      <p:sp>
        <p:nvSpPr>
          <p:cNvPr id="717" name="Google Shape;717;p29"/>
          <p:cNvSpPr txBox="1">
            <a:spLocks noGrp="1"/>
          </p:cNvSpPr>
          <p:nvPr>
            <p:ph type="body" idx="4"/>
          </p:nvPr>
        </p:nvSpPr>
        <p:spPr>
          <a:xfrm>
            <a:off x="1217550" y="2309394"/>
            <a:ext cx="9755100" cy="86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This system allows you to create school timetable in seconds.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105ECB-076D-14B9-EFD1-3D7DFCE5E664}"/>
              </a:ext>
            </a:extLst>
          </p:cNvPr>
          <p:cNvSpPr/>
          <p:nvPr/>
        </p:nvSpPr>
        <p:spPr>
          <a:xfrm>
            <a:off x="0" y="5454869"/>
            <a:ext cx="214286" cy="14031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5"/>
          <p:cNvSpPr txBox="1">
            <a:spLocks noGrp="1"/>
          </p:cNvSpPr>
          <p:nvPr>
            <p:ph type="body" idx="1"/>
          </p:nvPr>
        </p:nvSpPr>
        <p:spPr>
          <a:xfrm>
            <a:off x="2680038" y="4096550"/>
            <a:ext cx="7389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This chapter is a brief discussion about the current MSU-MSHS class scheduling management system.</a:t>
            </a:r>
            <a:endParaRPr dirty="0"/>
          </a:p>
        </p:txBody>
      </p:sp>
      <p:sp>
        <p:nvSpPr>
          <p:cNvPr id="681" name="Google Shape;681;p25"/>
          <p:cNvSpPr txBox="1">
            <a:spLocks noGrp="1"/>
          </p:cNvSpPr>
          <p:nvPr>
            <p:ph type="title"/>
          </p:nvPr>
        </p:nvSpPr>
        <p:spPr>
          <a:xfrm>
            <a:off x="2680038" y="1362900"/>
            <a:ext cx="7389300" cy="206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CHAPTER III:</a:t>
            </a:r>
            <a:br>
              <a:rPr lang="en" dirty="0"/>
            </a:br>
            <a:r>
              <a:rPr lang="en" dirty="0">
                <a:highlight>
                  <a:srgbClr val="FEDA60"/>
                </a:highlight>
              </a:rPr>
              <a:t>TECHNICAL BACKROUND</a:t>
            </a:r>
            <a:endParaRPr dirty="0">
              <a:highlight>
                <a:schemeClr val="accent2"/>
              </a:highlight>
            </a:endParaRPr>
          </a:p>
        </p:txBody>
      </p:sp>
      <p:sp>
        <p:nvSpPr>
          <p:cNvPr id="682" name="Google Shape;682;p25"/>
          <p:cNvSpPr/>
          <p:nvPr/>
        </p:nvSpPr>
        <p:spPr>
          <a:xfrm>
            <a:off x="1741288" y="2653441"/>
            <a:ext cx="767416" cy="1110134"/>
          </a:xfrm>
          <a:custGeom>
            <a:avLst/>
            <a:gdLst/>
            <a:ahLst/>
            <a:cxnLst/>
            <a:rect l="l" t="t" r="r" b="b"/>
            <a:pathLst>
              <a:path w="767416" h="1110134" extrusionOk="0">
                <a:moveTo>
                  <a:pt x="9081" y="8758"/>
                </a:moveTo>
                <a:cubicBezTo>
                  <a:pt x="-6386" y="322206"/>
                  <a:pt x="2372" y="709461"/>
                  <a:pt x="3361" y="735593"/>
                </a:cubicBezTo>
                <a:cubicBezTo>
                  <a:pt x="6892" y="832566"/>
                  <a:pt x="-7304" y="920921"/>
                  <a:pt x="154222" y="910327"/>
                </a:cubicBezTo>
                <a:cubicBezTo>
                  <a:pt x="154222" y="910327"/>
                  <a:pt x="357773" y="912164"/>
                  <a:pt x="430308" y="907432"/>
                </a:cubicBezTo>
                <a:cubicBezTo>
                  <a:pt x="436947" y="991691"/>
                  <a:pt x="438925" y="1110135"/>
                  <a:pt x="438925" y="1110135"/>
                </a:cubicBezTo>
                <a:cubicBezTo>
                  <a:pt x="529187" y="998330"/>
                  <a:pt x="653493" y="906654"/>
                  <a:pt x="767416" y="817169"/>
                </a:cubicBezTo>
                <a:cubicBezTo>
                  <a:pt x="644170" y="734251"/>
                  <a:pt x="535332" y="665247"/>
                  <a:pt x="447259" y="545674"/>
                </a:cubicBezTo>
                <a:cubicBezTo>
                  <a:pt x="443586" y="624495"/>
                  <a:pt x="436170" y="725635"/>
                  <a:pt x="436170" y="725635"/>
                </a:cubicBezTo>
                <a:cubicBezTo>
                  <a:pt x="370698" y="728318"/>
                  <a:pt x="274502" y="725070"/>
                  <a:pt x="274502" y="725070"/>
                </a:cubicBezTo>
                <a:lnTo>
                  <a:pt x="270406" y="0"/>
                </a:lnTo>
                <a:cubicBezTo>
                  <a:pt x="174210" y="15538"/>
                  <a:pt x="107466" y="8758"/>
                  <a:pt x="9152" y="8758"/>
                </a:cubicBezTo>
                <a:close/>
              </a:path>
            </a:pathLst>
          </a:custGeom>
          <a:solidFill>
            <a:schemeClr val="accent2"/>
          </a:solidFill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BD7A9-A61F-D8EB-AE35-E740234F2C60}"/>
              </a:ext>
            </a:extLst>
          </p:cNvPr>
          <p:cNvSpPr/>
          <p:nvPr/>
        </p:nvSpPr>
        <p:spPr>
          <a:xfrm>
            <a:off x="0" y="5486400"/>
            <a:ext cx="236483" cy="1371600"/>
          </a:xfrm>
          <a:prstGeom prst="rect">
            <a:avLst/>
          </a:prstGeom>
          <a:solidFill>
            <a:srgbClr val="D7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7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7"/>
          <p:cNvSpPr txBox="1">
            <a:spLocks noGrp="1"/>
          </p:cNvSpPr>
          <p:nvPr>
            <p:ph type="title"/>
          </p:nvPr>
        </p:nvSpPr>
        <p:spPr>
          <a:xfrm>
            <a:off x="873350" y="9887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3.1 ORGANIZATIONAL CHART</a:t>
            </a:r>
            <a:endParaRPr dirty="0"/>
          </a:p>
        </p:txBody>
      </p:sp>
      <p:sp>
        <p:nvSpPr>
          <p:cNvPr id="697" name="Google Shape;697;p27"/>
          <p:cNvSpPr/>
          <p:nvPr/>
        </p:nvSpPr>
        <p:spPr>
          <a:xfrm>
            <a:off x="1497679" y="642066"/>
            <a:ext cx="767416" cy="1110134"/>
          </a:xfrm>
          <a:custGeom>
            <a:avLst/>
            <a:gdLst/>
            <a:ahLst/>
            <a:cxnLst/>
            <a:rect l="l" t="t" r="r" b="b"/>
            <a:pathLst>
              <a:path w="767416" h="1110134" extrusionOk="0">
                <a:moveTo>
                  <a:pt x="9081" y="8758"/>
                </a:moveTo>
                <a:cubicBezTo>
                  <a:pt x="-6386" y="322206"/>
                  <a:pt x="2372" y="709461"/>
                  <a:pt x="3361" y="735593"/>
                </a:cubicBezTo>
                <a:cubicBezTo>
                  <a:pt x="6892" y="832566"/>
                  <a:pt x="-7304" y="920921"/>
                  <a:pt x="154222" y="910327"/>
                </a:cubicBezTo>
                <a:cubicBezTo>
                  <a:pt x="154222" y="910327"/>
                  <a:pt x="357773" y="912164"/>
                  <a:pt x="430308" y="907432"/>
                </a:cubicBezTo>
                <a:cubicBezTo>
                  <a:pt x="436947" y="991691"/>
                  <a:pt x="438925" y="1110135"/>
                  <a:pt x="438925" y="1110135"/>
                </a:cubicBezTo>
                <a:cubicBezTo>
                  <a:pt x="529187" y="998330"/>
                  <a:pt x="653493" y="906654"/>
                  <a:pt x="767416" y="817169"/>
                </a:cubicBezTo>
                <a:cubicBezTo>
                  <a:pt x="644170" y="734251"/>
                  <a:pt x="535332" y="665247"/>
                  <a:pt x="447259" y="545674"/>
                </a:cubicBezTo>
                <a:cubicBezTo>
                  <a:pt x="443586" y="624495"/>
                  <a:pt x="436170" y="725635"/>
                  <a:pt x="436170" y="725635"/>
                </a:cubicBezTo>
                <a:cubicBezTo>
                  <a:pt x="370698" y="728318"/>
                  <a:pt x="274502" y="725070"/>
                  <a:pt x="274502" y="725070"/>
                </a:cubicBezTo>
                <a:lnTo>
                  <a:pt x="270406" y="0"/>
                </a:lnTo>
                <a:cubicBezTo>
                  <a:pt x="174210" y="15538"/>
                  <a:pt x="107466" y="8758"/>
                  <a:pt x="9152" y="8758"/>
                </a:cubicBezTo>
                <a:close/>
              </a:path>
            </a:pathLst>
          </a:custGeom>
          <a:solidFill>
            <a:schemeClr val="accent2"/>
          </a:solidFill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E3566C-C3DA-DFEE-7170-45EFC412858F}"/>
              </a:ext>
            </a:extLst>
          </p:cNvPr>
          <p:cNvSpPr/>
          <p:nvPr/>
        </p:nvSpPr>
        <p:spPr>
          <a:xfrm>
            <a:off x="0" y="5454869"/>
            <a:ext cx="214286" cy="14031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188C3-077A-F9B2-77B4-B74F4CC28BD1}"/>
              </a:ext>
            </a:extLst>
          </p:cNvPr>
          <p:cNvSpPr/>
          <p:nvPr/>
        </p:nvSpPr>
        <p:spPr>
          <a:xfrm>
            <a:off x="5165834" y="1874461"/>
            <a:ext cx="1860331" cy="76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Director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0ADC2-AB5B-3315-7339-9659886D6A16}"/>
              </a:ext>
            </a:extLst>
          </p:cNvPr>
          <p:cNvSpPr/>
          <p:nvPr/>
        </p:nvSpPr>
        <p:spPr>
          <a:xfrm>
            <a:off x="8382000" y="2637961"/>
            <a:ext cx="1860331" cy="76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Secretary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6C798B-FAD5-A358-6C06-836E6CD57A0D}"/>
              </a:ext>
            </a:extLst>
          </p:cNvPr>
          <p:cNvSpPr/>
          <p:nvPr/>
        </p:nvSpPr>
        <p:spPr>
          <a:xfrm>
            <a:off x="8382000" y="3523722"/>
            <a:ext cx="1860331" cy="76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Teacher Assistant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9D6A09-F576-5912-FEC5-A1419E1D1B1E}"/>
              </a:ext>
            </a:extLst>
          </p:cNvPr>
          <p:cNvSpPr/>
          <p:nvPr/>
        </p:nvSpPr>
        <p:spPr>
          <a:xfrm>
            <a:off x="1949669" y="3018712"/>
            <a:ext cx="1860331" cy="76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Guidance Counselor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2954A8-6734-BA8D-54A4-F9C5D67F1EAE}"/>
              </a:ext>
            </a:extLst>
          </p:cNvPr>
          <p:cNvSpPr/>
          <p:nvPr/>
        </p:nvSpPr>
        <p:spPr>
          <a:xfrm>
            <a:off x="5165834" y="5105801"/>
            <a:ext cx="1860331" cy="76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Student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669A32-AE02-84BD-5B49-01CDFC3647B8}"/>
              </a:ext>
            </a:extLst>
          </p:cNvPr>
          <p:cNvSpPr/>
          <p:nvPr/>
        </p:nvSpPr>
        <p:spPr>
          <a:xfrm>
            <a:off x="8382000" y="4691369"/>
            <a:ext cx="1860331" cy="76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Academic Department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11CD37-7269-A022-8AC6-1E4951E678C3}"/>
              </a:ext>
            </a:extLst>
          </p:cNvPr>
          <p:cNvSpPr/>
          <p:nvPr/>
        </p:nvSpPr>
        <p:spPr>
          <a:xfrm>
            <a:off x="1949669" y="4646061"/>
            <a:ext cx="1860331" cy="76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Administrative Department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321A9D-43D9-5BA3-3F0E-F56EB0DA8C29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096000" y="2637961"/>
            <a:ext cx="0" cy="17670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086DFB-EFDA-ECCE-D342-BB0E65AF54F0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6095999" y="3018712"/>
            <a:ext cx="2286001" cy="99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0B6BFE-A7CA-91ED-3346-9B415FF2E44F}"/>
              </a:ext>
            </a:extLst>
          </p:cNvPr>
          <p:cNvCxnSpPr>
            <a:stCxn id="11" idx="1"/>
          </p:cNvCxnSpPr>
          <p:nvPr/>
        </p:nvCxnSpPr>
        <p:spPr>
          <a:xfrm flipH="1">
            <a:off x="6095999" y="3905472"/>
            <a:ext cx="2286001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CA23BE5-8B91-3166-1E1E-C5D2C8B5591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810000" y="3400462"/>
            <a:ext cx="2285999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D284241-A50D-BEC0-457C-16CD33AD7A19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9312166" y="4405026"/>
            <a:ext cx="0" cy="286343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B231520-F2C0-8632-2907-9F69D58E00E6}"/>
              </a:ext>
            </a:extLst>
          </p:cNvPr>
          <p:cNvCxnSpPr/>
          <p:nvPr/>
        </p:nvCxnSpPr>
        <p:spPr>
          <a:xfrm flipH="1">
            <a:off x="2879834" y="4409483"/>
            <a:ext cx="6432331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BDD2D42-B54F-F255-4E54-55E8964623B8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879835" y="4409483"/>
            <a:ext cx="0" cy="23657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A74E06FF-50D0-2C53-D24E-C6E7CF0A28CA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9312165" y="5454869"/>
            <a:ext cx="1" cy="24103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6" name="Straight Connector 675">
            <a:extLst>
              <a:ext uri="{FF2B5EF4-FFF2-40B4-BE49-F238E27FC236}">
                <a16:creationId xmlns:a16="http://schemas.microsoft.com/office/drawing/2014/main" id="{93998EEA-5971-7E02-0BD1-8AD13CDB92D6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2879835" y="5409561"/>
            <a:ext cx="0" cy="236577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8" name="Straight Connector 677">
            <a:extLst>
              <a:ext uri="{FF2B5EF4-FFF2-40B4-BE49-F238E27FC236}">
                <a16:creationId xmlns:a16="http://schemas.microsoft.com/office/drawing/2014/main" id="{4AB1EC68-BA00-570A-31D4-30019877CCCA}"/>
              </a:ext>
            </a:extLst>
          </p:cNvPr>
          <p:cNvCxnSpPr/>
          <p:nvPr/>
        </p:nvCxnSpPr>
        <p:spPr>
          <a:xfrm>
            <a:off x="2879834" y="5628287"/>
            <a:ext cx="22860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xmlns:a16="http://schemas.microsoft.com/office/drawing/2014/main" id="{FF7F74E8-3D02-30E2-DC49-6CD64A9E6187}"/>
              </a:ext>
            </a:extLst>
          </p:cNvPr>
          <p:cNvCxnSpPr/>
          <p:nvPr/>
        </p:nvCxnSpPr>
        <p:spPr>
          <a:xfrm flipH="1">
            <a:off x="7026165" y="5673595"/>
            <a:ext cx="22860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7"/>
          <p:cNvSpPr txBox="1">
            <a:spLocks noGrp="1"/>
          </p:cNvSpPr>
          <p:nvPr>
            <p:ph type="title"/>
          </p:nvPr>
        </p:nvSpPr>
        <p:spPr>
          <a:xfrm>
            <a:off x="873350" y="9887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3.2.1 EXISTING WORKFLOW</a:t>
            </a:r>
            <a:endParaRPr dirty="0"/>
          </a:p>
        </p:txBody>
      </p:sp>
      <p:sp>
        <p:nvSpPr>
          <p:cNvPr id="697" name="Google Shape;697;p27"/>
          <p:cNvSpPr/>
          <p:nvPr/>
        </p:nvSpPr>
        <p:spPr>
          <a:xfrm>
            <a:off x="1659604" y="642066"/>
            <a:ext cx="767416" cy="1110134"/>
          </a:xfrm>
          <a:custGeom>
            <a:avLst/>
            <a:gdLst/>
            <a:ahLst/>
            <a:cxnLst/>
            <a:rect l="l" t="t" r="r" b="b"/>
            <a:pathLst>
              <a:path w="767416" h="1110134" extrusionOk="0">
                <a:moveTo>
                  <a:pt x="9081" y="8758"/>
                </a:moveTo>
                <a:cubicBezTo>
                  <a:pt x="-6386" y="322206"/>
                  <a:pt x="2372" y="709461"/>
                  <a:pt x="3361" y="735593"/>
                </a:cubicBezTo>
                <a:cubicBezTo>
                  <a:pt x="6892" y="832566"/>
                  <a:pt x="-7304" y="920921"/>
                  <a:pt x="154222" y="910327"/>
                </a:cubicBezTo>
                <a:cubicBezTo>
                  <a:pt x="154222" y="910327"/>
                  <a:pt x="357773" y="912164"/>
                  <a:pt x="430308" y="907432"/>
                </a:cubicBezTo>
                <a:cubicBezTo>
                  <a:pt x="436947" y="991691"/>
                  <a:pt x="438925" y="1110135"/>
                  <a:pt x="438925" y="1110135"/>
                </a:cubicBezTo>
                <a:cubicBezTo>
                  <a:pt x="529187" y="998330"/>
                  <a:pt x="653493" y="906654"/>
                  <a:pt x="767416" y="817169"/>
                </a:cubicBezTo>
                <a:cubicBezTo>
                  <a:pt x="644170" y="734251"/>
                  <a:pt x="535332" y="665247"/>
                  <a:pt x="447259" y="545674"/>
                </a:cubicBezTo>
                <a:cubicBezTo>
                  <a:pt x="443586" y="624495"/>
                  <a:pt x="436170" y="725635"/>
                  <a:pt x="436170" y="725635"/>
                </a:cubicBezTo>
                <a:cubicBezTo>
                  <a:pt x="370698" y="728318"/>
                  <a:pt x="274502" y="725070"/>
                  <a:pt x="274502" y="725070"/>
                </a:cubicBezTo>
                <a:lnTo>
                  <a:pt x="270406" y="0"/>
                </a:lnTo>
                <a:cubicBezTo>
                  <a:pt x="174210" y="15538"/>
                  <a:pt x="107466" y="8758"/>
                  <a:pt x="9152" y="8758"/>
                </a:cubicBezTo>
                <a:close/>
              </a:path>
            </a:pathLst>
          </a:custGeom>
          <a:solidFill>
            <a:schemeClr val="accent2"/>
          </a:solidFill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E3566C-C3DA-DFEE-7170-45EFC412858F}"/>
              </a:ext>
            </a:extLst>
          </p:cNvPr>
          <p:cNvSpPr/>
          <p:nvPr/>
        </p:nvSpPr>
        <p:spPr>
          <a:xfrm>
            <a:off x="0" y="5454869"/>
            <a:ext cx="214286" cy="14031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0ADC2-AB5B-3315-7339-9659886D6A16}"/>
              </a:ext>
            </a:extLst>
          </p:cNvPr>
          <p:cNvSpPr/>
          <p:nvPr/>
        </p:nvSpPr>
        <p:spPr>
          <a:xfrm>
            <a:off x="8290379" y="3237750"/>
            <a:ext cx="1860331" cy="76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Class Schedule</a:t>
            </a:r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C71D3015-BAF8-E0E2-1F8E-6A6F7A0C94D8}"/>
              </a:ext>
            </a:extLst>
          </p:cNvPr>
          <p:cNvSpPr/>
          <p:nvPr/>
        </p:nvSpPr>
        <p:spPr>
          <a:xfrm>
            <a:off x="4961618" y="2203609"/>
            <a:ext cx="1877332" cy="763500"/>
          </a:xfrm>
          <a:prstGeom prst="flowChartDecisi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2549391C-5A29-1426-75F6-03832CAF8358}"/>
              </a:ext>
            </a:extLst>
          </p:cNvPr>
          <p:cNvSpPr/>
          <p:nvPr/>
        </p:nvSpPr>
        <p:spPr>
          <a:xfrm>
            <a:off x="4961616" y="3237750"/>
            <a:ext cx="1877333" cy="763500"/>
          </a:xfrm>
          <a:prstGeom prst="flowChartDecisi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Create</a:t>
            </a:r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3B2765D5-8949-35A0-B7EA-258807C0E63B}"/>
              </a:ext>
            </a:extLst>
          </p:cNvPr>
          <p:cNvSpPr/>
          <p:nvPr/>
        </p:nvSpPr>
        <p:spPr>
          <a:xfrm>
            <a:off x="4961617" y="4271891"/>
            <a:ext cx="1877333" cy="763500"/>
          </a:xfrm>
          <a:prstGeom prst="flowChartDecisi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Manage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5ACF40-D2E5-BBB7-0DD8-04FE6C45AE37}"/>
              </a:ext>
            </a:extLst>
          </p:cNvPr>
          <p:cNvSpPr/>
          <p:nvPr/>
        </p:nvSpPr>
        <p:spPr>
          <a:xfrm>
            <a:off x="3128436" y="2203609"/>
            <a:ext cx="763500" cy="763500"/>
          </a:xfrm>
          <a:prstGeom prst="ellipse">
            <a:avLst/>
          </a:prstGeom>
          <a:solidFill>
            <a:srgbClr val="FED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6" name="Google Shape;1307;p42">
            <a:extLst>
              <a:ext uri="{FF2B5EF4-FFF2-40B4-BE49-F238E27FC236}">
                <a16:creationId xmlns:a16="http://schemas.microsoft.com/office/drawing/2014/main" id="{6F78E51F-154D-1B95-5D0D-69FC460619CC}"/>
              </a:ext>
            </a:extLst>
          </p:cNvPr>
          <p:cNvGrpSpPr/>
          <p:nvPr/>
        </p:nvGrpSpPr>
        <p:grpSpPr>
          <a:xfrm>
            <a:off x="3332972" y="2404138"/>
            <a:ext cx="354428" cy="362441"/>
            <a:chOff x="3171000" y="4021950"/>
            <a:chExt cx="268100" cy="265875"/>
          </a:xfrm>
        </p:grpSpPr>
        <p:sp>
          <p:nvSpPr>
            <p:cNvPr id="18" name="Google Shape;1308;p42">
              <a:extLst>
                <a:ext uri="{FF2B5EF4-FFF2-40B4-BE49-F238E27FC236}">
                  <a16:creationId xmlns:a16="http://schemas.microsoft.com/office/drawing/2014/main" id="{A2D8C695-B055-F0A2-E94F-6C2E037F0838}"/>
                </a:ext>
              </a:extLst>
            </p:cNvPr>
            <p:cNvSpPr/>
            <p:nvPr/>
          </p:nvSpPr>
          <p:spPr>
            <a:xfrm>
              <a:off x="3171000" y="4058525"/>
              <a:ext cx="230200" cy="229300"/>
            </a:xfrm>
            <a:custGeom>
              <a:avLst/>
              <a:gdLst/>
              <a:ahLst/>
              <a:cxnLst/>
              <a:rect l="l" t="t" r="r" b="b"/>
              <a:pathLst>
                <a:path w="9208" h="9172" extrusionOk="0">
                  <a:moveTo>
                    <a:pt x="1782" y="6720"/>
                  </a:moveTo>
                  <a:cubicBezTo>
                    <a:pt x="1957" y="6720"/>
                    <a:pt x="2130" y="6787"/>
                    <a:pt x="2266" y="6923"/>
                  </a:cubicBezTo>
                  <a:cubicBezTo>
                    <a:pt x="2534" y="7191"/>
                    <a:pt x="2534" y="7619"/>
                    <a:pt x="2266" y="7869"/>
                  </a:cubicBezTo>
                  <a:lnTo>
                    <a:pt x="1142" y="8244"/>
                  </a:lnTo>
                  <a:lnTo>
                    <a:pt x="928" y="8047"/>
                  </a:lnTo>
                  <a:lnTo>
                    <a:pt x="1303" y="6905"/>
                  </a:lnTo>
                  <a:cubicBezTo>
                    <a:pt x="1443" y="6783"/>
                    <a:pt x="1614" y="6720"/>
                    <a:pt x="1782" y="6720"/>
                  </a:cubicBezTo>
                  <a:close/>
                  <a:moveTo>
                    <a:pt x="7494" y="0"/>
                  </a:moveTo>
                  <a:lnTo>
                    <a:pt x="839" y="6656"/>
                  </a:lnTo>
                  <a:lnTo>
                    <a:pt x="0" y="9171"/>
                  </a:lnTo>
                  <a:lnTo>
                    <a:pt x="2552" y="8333"/>
                  </a:lnTo>
                  <a:lnTo>
                    <a:pt x="9207" y="1695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09;p42">
              <a:extLst>
                <a:ext uri="{FF2B5EF4-FFF2-40B4-BE49-F238E27FC236}">
                  <a16:creationId xmlns:a16="http://schemas.microsoft.com/office/drawing/2014/main" id="{953A9EE4-A924-C1B4-3572-66B669B2C2A6}"/>
                </a:ext>
              </a:extLst>
            </p:cNvPr>
            <p:cNvSpPr/>
            <p:nvPr/>
          </p:nvSpPr>
          <p:spPr>
            <a:xfrm>
              <a:off x="3367725" y="4021950"/>
              <a:ext cx="71375" cy="69150"/>
            </a:xfrm>
            <a:custGeom>
              <a:avLst/>
              <a:gdLst/>
              <a:ahLst/>
              <a:cxnLst/>
              <a:rect l="l" t="t" r="r" b="b"/>
              <a:pathLst>
                <a:path w="2855" h="2766" extrusionOk="0">
                  <a:moveTo>
                    <a:pt x="1320" y="0"/>
                  </a:moveTo>
                  <a:cubicBezTo>
                    <a:pt x="1187" y="0"/>
                    <a:pt x="1053" y="54"/>
                    <a:pt x="946" y="161"/>
                  </a:cubicBezTo>
                  <a:lnTo>
                    <a:pt x="0" y="1089"/>
                  </a:lnTo>
                  <a:lnTo>
                    <a:pt x="1695" y="2766"/>
                  </a:lnTo>
                  <a:lnTo>
                    <a:pt x="2623" y="1838"/>
                  </a:lnTo>
                  <a:cubicBezTo>
                    <a:pt x="2855" y="1642"/>
                    <a:pt x="2855" y="1303"/>
                    <a:pt x="2641" y="1106"/>
                  </a:cubicBezTo>
                  <a:lnTo>
                    <a:pt x="1695" y="161"/>
                  </a:lnTo>
                  <a:cubicBezTo>
                    <a:pt x="1588" y="54"/>
                    <a:pt x="1454" y="0"/>
                    <a:pt x="13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6A201708-C7B5-F7C3-0D13-FD6A7842EED5}"/>
              </a:ext>
            </a:extLst>
          </p:cNvPr>
          <p:cNvSpPr/>
          <p:nvPr/>
        </p:nvSpPr>
        <p:spPr>
          <a:xfrm>
            <a:off x="3128436" y="3237750"/>
            <a:ext cx="763500" cy="763500"/>
          </a:xfrm>
          <a:prstGeom prst="ellipse">
            <a:avLst/>
          </a:prstGeom>
          <a:solidFill>
            <a:srgbClr val="FED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FB69449-F7CE-0BBB-EC8B-48CF51335BFE}"/>
              </a:ext>
            </a:extLst>
          </p:cNvPr>
          <p:cNvSpPr/>
          <p:nvPr/>
        </p:nvSpPr>
        <p:spPr>
          <a:xfrm>
            <a:off x="3129116" y="4271891"/>
            <a:ext cx="763500" cy="763500"/>
          </a:xfrm>
          <a:prstGeom prst="ellipse">
            <a:avLst/>
          </a:prstGeom>
          <a:solidFill>
            <a:srgbClr val="FED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5" name="Google Shape;1301;p42">
            <a:extLst>
              <a:ext uri="{FF2B5EF4-FFF2-40B4-BE49-F238E27FC236}">
                <a16:creationId xmlns:a16="http://schemas.microsoft.com/office/drawing/2014/main" id="{51446F9E-A4C5-7B49-920D-AFF8219716B8}"/>
              </a:ext>
            </a:extLst>
          </p:cNvPr>
          <p:cNvGrpSpPr/>
          <p:nvPr/>
        </p:nvGrpSpPr>
        <p:grpSpPr>
          <a:xfrm>
            <a:off x="3332972" y="3472019"/>
            <a:ext cx="386850" cy="294962"/>
            <a:chOff x="1502275" y="3638775"/>
            <a:chExt cx="292625" cy="216375"/>
          </a:xfrm>
        </p:grpSpPr>
        <p:sp>
          <p:nvSpPr>
            <p:cNvPr id="27" name="Google Shape;1302;p42">
              <a:extLst>
                <a:ext uri="{FF2B5EF4-FFF2-40B4-BE49-F238E27FC236}">
                  <a16:creationId xmlns:a16="http://schemas.microsoft.com/office/drawing/2014/main" id="{CABC035A-93D6-F2F6-C315-87B1901FF875}"/>
                </a:ext>
              </a:extLst>
            </p:cNvPr>
            <p:cNvSpPr/>
            <p:nvPr/>
          </p:nvSpPr>
          <p:spPr>
            <a:xfrm>
              <a:off x="1502275" y="3658850"/>
              <a:ext cx="292625" cy="196300"/>
            </a:xfrm>
            <a:custGeom>
              <a:avLst/>
              <a:gdLst/>
              <a:ahLst/>
              <a:cxnLst/>
              <a:rect l="l" t="t" r="r" b="b"/>
              <a:pathLst>
                <a:path w="11705" h="7852" extrusionOk="0">
                  <a:moveTo>
                    <a:pt x="0" y="0"/>
                  </a:moveTo>
                  <a:lnTo>
                    <a:pt x="0" y="7441"/>
                  </a:lnTo>
                  <a:lnTo>
                    <a:pt x="4657" y="7441"/>
                  </a:lnTo>
                  <a:cubicBezTo>
                    <a:pt x="4657" y="7673"/>
                    <a:pt x="4835" y="7851"/>
                    <a:pt x="5050" y="7851"/>
                  </a:cubicBezTo>
                  <a:lnTo>
                    <a:pt x="6655" y="7851"/>
                  </a:lnTo>
                  <a:cubicBezTo>
                    <a:pt x="6887" y="7851"/>
                    <a:pt x="7048" y="7673"/>
                    <a:pt x="7048" y="7441"/>
                  </a:cubicBezTo>
                  <a:lnTo>
                    <a:pt x="11705" y="7441"/>
                  </a:lnTo>
                  <a:lnTo>
                    <a:pt x="11705" y="0"/>
                  </a:lnTo>
                  <a:lnTo>
                    <a:pt x="10902" y="0"/>
                  </a:lnTo>
                  <a:lnTo>
                    <a:pt x="10902" y="6513"/>
                  </a:lnTo>
                  <a:lnTo>
                    <a:pt x="785" y="6513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03;p42">
              <a:extLst>
                <a:ext uri="{FF2B5EF4-FFF2-40B4-BE49-F238E27FC236}">
                  <a16:creationId xmlns:a16="http://schemas.microsoft.com/office/drawing/2014/main" id="{F20E9F70-141D-185A-E37F-28E79FB3BF29}"/>
                </a:ext>
              </a:extLst>
            </p:cNvPr>
            <p:cNvSpPr/>
            <p:nvPr/>
          </p:nvSpPr>
          <p:spPr>
            <a:xfrm>
              <a:off x="1535275" y="3638775"/>
              <a:ext cx="226625" cy="169525"/>
            </a:xfrm>
            <a:custGeom>
              <a:avLst/>
              <a:gdLst/>
              <a:ahLst/>
              <a:cxnLst/>
              <a:rect l="l" t="t" r="r" b="b"/>
              <a:pathLst>
                <a:path w="9065" h="6781" extrusionOk="0">
                  <a:moveTo>
                    <a:pt x="4265" y="803"/>
                  </a:moveTo>
                  <a:lnTo>
                    <a:pt x="4265" y="5978"/>
                  </a:lnTo>
                  <a:lnTo>
                    <a:pt x="803" y="5978"/>
                  </a:lnTo>
                  <a:lnTo>
                    <a:pt x="803" y="803"/>
                  </a:lnTo>
                  <a:close/>
                  <a:moveTo>
                    <a:pt x="8262" y="803"/>
                  </a:moveTo>
                  <a:lnTo>
                    <a:pt x="8262" y="5978"/>
                  </a:lnTo>
                  <a:lnTo>
                    <a:pt x="4800" y="5978"/>
                  </a:lnTo>
                  <a:lnTo>
                    <a:pt x="4800" y="803"/>
                  </a:lnTo>
                  <a:close/>
                  <a:moveTo>
                    <a:pt x="0" y="0"/>
                  </a:moveTo>
                  <a:lnTo>
                    <a:pt x="0" y="6781"/>
                  </a:lnTo>
                  <a:lnTo>
                    <a:pt x="9064" y="6781"/>
                  </a:lnTo>
                  <a:lnTo>
                    <a:pt x="90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04;p42">
              <a:extLst>
                <a:ext uri="{FF2B5EF4-FFF2-40B4-BE49-F238E27FC236}">
                  <a16:creationId xmlns:a16="http://schemas.microsoft.com/office/drawing/2014/main" id="{38D52011-90DB-74B8-1A5D-7CC50EFC65C8}"/>
                </a:ext>
              </a:extLst>
            </p:cNvPr>
            <p:cNvSpPr/>
            <p:nvPr/>
          </p:nvSpPr>
          <p:spPr>
            <a:xfrm>
              <a:off x="1675350" y="3691850"/>
              <a:ext cx="46400" cy="10300"/>
            </a:xfrm>
            <a:custGeom>
              <a:avLst/>
              <a:gdLst/>
              <a:ahLst/>
              <a:cxnLst/>
              <a:rect l="l" t="t" r="r" b="b"/>
              <a:pathLst>
                <a:path w="185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1856" y="411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1305;p42">
              <a:extLst>
                <a:ext uri="{FF2B5EF4-FFF2-40B4-BE49-F238E27FC236}">
                  <a16:creationId xmlns:a16="http://schemas.microsoft.com/office/drawing/2014/main" id="{F43838F0-E3F7-D150-3988-87AF32B8F0A3}"/>
                </a:ext>
              </a:extLst>
            </p:cNvPr>
            <p:cNvSpPr/>
            <p:nvPr/>
          </p:nvSpPr>
          <p:spPr>
            <a:xfrm>
              <a:off x="1675350" y="3711925"/>
              <a:ext cx="46400" cy="9850"/>
            </a:xfrm>
            <a:custGeom>
              <a:avLst/>
              <a:gdLst/>
              <a:ahLst/>
              <a:cxnLst/>
              <a:rect l="l" t="t" r="r" b="b"/>
              <a:pathLst>
                <a:path w="1856" h="394" extrusionOk="0">
                  <a:moveTo>
                    <a:pt x="0" y="1"/>
                  </a:moveTo>
                  <a:lnTo>
                    <a:pt x="0" y="393"/>
                  </a:lnTo>
                  <a:lnTo>
                    <a:pt x="1856" y="393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1306;p42">
              <a:extLst>
                <a:ext uri="{FF2B5EF4-FFF2-40B4-BE49-F238E27FC236}">
                  <a16:creationId xmlns:a16="http://schemas.microsoft.com/office/drawing/2014/main" id="{250FCB27-7909-9E2B-D1FE-99FA44CD74E0}"/>
                </a:ext>
              </a:extLst>
            </p:cNvPr>
            <p:cNvSpPr/>
            <p:nvPr/>
          </p:nvSpPr>
          <p:spPr>
            <a:xfrm>
              <a:off x="1675350" y="3732000"/>
              <a:ext cx="32125" cy="9825"/>
            </a:xfrm>
            <a:custGeom>
              <a:avLst/>
              <a:gdLst/>
              <a:ahLst/>
              <a:cxnLst/>
              <a:rect l="l" t="t" r="r" b="b"/>
              <a:pathLst>
                <a:path w="1285" h="393" extrusionOk="0">
                  <a:moveTo>
                    <a:pt x="0" y="0"/>
                  </a:moveTo>
                  <a:lnTo>
                    <a:pt x="0" y="393"/>
                  </a:lnTo>
                  <a:lnTo>
                    <a:pt x="1285" y="393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" name="Google Shape;1459;p42">
            <a:extLst>
              <a:ext uri="{FF2B5EF4-FFF2-40B4-BE49-F238E27FC236}">
                <a16:creationId xmlns:a16="http://schemas.microsoft.com/office/drawing/2014/main" id="{CEC8D920-BE53-234F-213E-30D977847A9F}"/>
              </a:ext>
            </a:extLst>
          </p:cNvPr>
          <p:cNvGrpSpPr/>
          <p:nvPr/>
        </p:nvGrpSpPr>
        <p:grpSpPr>
          <a:xfrm>
            <a:off x="3335318" y="4499480"/>
            <a:ext cx="352082" cy="308322"/>
            <a:chOff x="6866650" y="1038650"/>
            <a:chExt cx="266325" cy="226175"/>
          </a:xfrm>
        </p:grpSpPr>
        <p:sp>
          <p:nvSpPr>
            <p:cNvPr id="677" name="Google Shape;1460;p42">
              <a:extLst>
                <a:ext uri="{FF2B5EF4-FFF2-40B4-BE49-F238E27FC236}">
                  <a16:creationId xmlns:a16="http://schemas.microsoft.com/office/drawing/2014/main" id="{E59E72EB-773C-5D4D-7AD8-DFBA203A1960}"/>
                </a:ext>
              </a:extLst>
            </p:cNvPr>
            <p:cNvSpPr/>
            <p:nvPr/>
          </p:nvSpPr>
          <p:spPr>
            <a:xfrm>
              <a:off x="6866650" y="1078350"/>
              <a:ext cx="39725" cy="186475"/>
            </a:xfrm>
            <a:custGeom>
              <a:avLst/>
              <a:gdLst/>
              <a:ahLst/>
              <a:cxnLst/>
              <a:rect l="l" t="t" r="r" b="b"/>
              <a:pathLst>
                <a:path w="1589" h="7459" extrusionOk="0">
                  <a:moveTo>
                    <a:pt x="536" y="1"/>
                  </a:moveTo>
                  <a:cubicBezTo>
                    <a:pt x="233" y="1"/>
                    <a:pt x="1" y="250"/>
                    <a:pt x="1" y="536"/>
                  </a:cubicBezTo>
                  <a:lnTo>
                    <a:pt x="1" y="6924"/>
                  </a:lnTo>
                  <a:cubicBezTo>
                    <a:pt x="1" y="7227"/>
                    <a:pt x="233" y="7459"/>
                    <a:pt x="536" y="7459"/>
                  </a:cubicBezTo>
                  <a:lnTo>
                    <a:pt x="1589" y="7459"/>
                  </a:lnTo>
                  <a:lnTo>
                    <a:pt x="15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1461;p42">
              <a:extLst>
                <a:ext uri="{FF2B5EF4-FFF2-40B4-BE49-F238E27FC236}">
                  <a16:creationId xmlns:a16="http://schemas.microsoft.com/office/drawing/2014/main" id="{D20A3242-3A20-1361-D6E1-9AED90FB9379}"/>
                </a:ext>
              </a:extLst>
            </p:cNvPr>
            <p:cNvSpPr/>
            <p:nvPr/>
          </p:nvSpPr>
          <p:spPr>
            <a:xfrm>
              <a:off x="7092800" y="1078350"/>
              <a:ext cx="40175" cy="186475"/>
            </a:xfrm>
            <a:custGeom>
              <a:avLst/>
              <a:gdLst/>
              <a:ahLst/>
              <a:cxnLst/>
              <a:rect l="l" t="t" r="r" b="b"/>
              <a:pathLst>
                <a:path w="1607" h="7459" extrusionOk="0">
                  <a:moveTo>
                    <a:pt x="1" y="1"/>
                  </a:moveTo>
                  <a:lnTo>
                    <a:pt x="1" y="7459"/>
                  </a:lnTo>
                  <a:lnTo>
                    <a:pt x="1072" y="7459"/>
                  </a:lnTo>
                  <a:cubicBezTo>
                    <a:pt x="1375" y="7459"/>
                    <a:pt x="1607" y="7227"/>
                    <a:pt x="1607" y="6924"/>
                  </a:cubicBezTo>
                  <a:lnTo>
                    <a:pt x="1607" y="536"/>
                  </a:lnTo>
                  <a:cubicBezTo>
                    <a:pt x="1607" y="250"/>
                    <a:pt x="1375" y="1"/>
                    <a:pt x="10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1462;p42">
              <a:extLst>
                <a:ext uri="{FF2B5EF4-FFF2-40B4-BE49-F238E27FC236}">
                  <a16:creationId xmlns:a16="http://schemas.microsoft.com/office/drawing/2014/main" id="{1EAAAE35-6040-E5D5-03E2-ADCC51822847}"/>
                </a:ext>
              </a:extLst>
            </p:cNvPr>
            <p:cNvSpPr/>
            <p:nvPr/>
          </p:nvSpPr>
          <p:spPr>
            <a:xfrm>
              <a:off x="6919750" y="1038650"/>
              <a:ext cx="159700" cy="226175"/>
            </a:xfrm>
            <a:custGeom>
              <a:avLst/>
              <a:gdLst/>
              <a:ahLst/>
              <a:cxnLst/>
              <a:rect l="l" t="t" r="r" b="b"/>
              <a:pathLst>
                <a:path w="6388" h="9047" extrusionOk="0">
                  <a:moveTo>
                    <a:pt x="3997" y="786"/>
                  </a:moveTo>
                  <a:cubicBezTo>
                    <a:pt x="4086" y="786"/>
                    <a:pt x="4140" y="857"/>
                    <a:pt x="4140" y="929"/>
                  </a:cubicBezTo>
                  <a:lnTo>
                    <a:pt x="4140" y="1589"/>
                  </a:lnTo>
                  <a:lnTo>
                    <a:pt x="2266" y="1589"/>
                  </a:lnTo>
                  <a:lnTo>
                    <a:pt x="2266" y="929"/>
                  </a:lnTo>
                  <a:cubicBezTo>
                    <a:pt x="2266" y="857"/>
                    <a:pt x="2320" y="786"/>
                    <a:pt x="2409" y="786"/>
                  </a:cubicBezTo>
                  <a:close/>
                  <a:moveTo>
                    <a:pt x="2409" y="1"/>
                  </a:moveTo>
                  <a:cubicBezTo>
                    <a:pt x="1891" y="1"/>
                    <a:pt x="1463" y="411"/>
                    <a:pt x="1463" y="929"/>
                  </a:cubicBezTo>
                  <a:lnTo>
                    <a:pt x="1463" y="1589"/>
                  </a:lnTo>
                  <a:lnTo>
                    <a:pt x="0" y="1589"/>
                  </a:lnTo>
                  <a:lnTo>
                    <a:pt x="0" y="9047"/>
                  </a:lnTo>
                  <a:lnTo>
                    <a:pt x="6388" y="9047"/>
                  </a:lnTo>
                  <a:lnTo>
                    <a:pt x="6388" y="1589"/>
                  </a:lnTo>
                  <a:lnTo>
                    <a:pt x="4925" y="1589"/>
                  </a:lnTo>
                  <a:lnTo>
                    <a:pt x="4925" y="929"/>
                  </a:lnTo>
                  <a:cubicBezTo>
                    <a:pt x="4925" y="411"/>
                    <a:pt x="4514" y="1"/>
                    <a:pt x="39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TextBox 681">
            <a:extLst>
              <a:ext uri="{FF2B5EF4-FFF2-40B4-BE49-F238E27FC236}">
                <a16:creationId xmlns:a16="http://schemas.microsoft.com/office/drawing/2014/main" id="{88A69995-6B94-6FC5-3EA7-6E6A7D7F0625}"/>
              </a:ext>
            </a:extLst>
          </p:cNvPr>
          <p:cNvSpPr txBox="1"/>
          <p:nvPr/>
        </p:nvSpPr>
        <p:spPr>
          <a:xfrm>
            <a:off x="1228725" y="2404138"/>
            <a:ext cx="1849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highlight>
                  <a:srgbClr val="FEDA6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Student</a:t>
            </a:r>
          </a:p>
        </p:txBody>
      </p:sp>
      <p:sp>
        <p:nvSpPr>
          <p:cNvPr id="683" name="TextBox 682">
            <a:extLst>
              <a:ext uri="{FF2B5EF4-FFF2-40B4-BE49-F238E27FC236}">
                <a16:creationId xmlns:a16="http://schemas.microsoft.com/office/drawing/2014/main" id="{AB7E31C5-E5B4-9AA1-F0BD-7120F30156BE}"/>
              </a:ext>
            </a:extLst>
          </p:cNvPr>
          <p:cNvSpPr txBox="1"/>
          <p:nvPr/>
        </p:nvSpPr>
        <p:spPr>
          <a:xfrm>
            <a:off x="1228725" y="3450223"/>
            <a:ext cx="1849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highlight>
                  <a:srgbClr val="FEDA6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Adviser</a:t>
            </a:r>
          </a:p>
        </p:txBody>
      </p:sp>
      <p:sp>
        <p:nvSpPr>
          <p:cNvPr id="684" name="TextBox 683">
            <a:extLst>
              <a:ext uri="{FF2B5EF4-FFF2-40B4-BE49-F238E27FC236}">
                <a16:creationId xmlns:a16="http://schemas.microsoft.com/office/drawing/2014/main" id="{7BD1B6DD-7EB5-24C6-FC35-AFBD0BF672AB}"/>
              </a:ext>
            </a:extLst>
          </p:cNvPr>
          <p:cNvSpPr txBox="1"/>
          <p:nvPr/>
        </p:nvSpPr>
        <p:spPr>
          <a:xfrm>
            <a:off x="1228725" y="4484364"/>
            <a:ext cx="1849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highlight>
                  <a:srgbClr val="FEDA6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Chairperson</a:t>
            </a:r>
          </a:p>
        </p:txBody>
      </p:sp>
      <p:cxnSp>
        <p:nvCxnSpPr>
          <p:cNvPr id="686" name="Straight Arrow Connector 685">
            <a:extLst>
              <a:ext uri="{FF2B5EF4-FFF2-40B4-BE49-F238E27FC236}">
                <a16:creationId xmlns:a16="http://schemas.microsoft.com/office/drawing/2014/main" id="{D28C8955-FD60-9817-0305-624E5748A3C7}"/>
              </a:ext>
            </a:extLst>
          </p:cNvPr>
          <p:cNvCxnSpPr>
            <a:cxnSpLocks/>
          </p:cNvCxnSpPr>
          <p:nvPr/>
        </p:nvCxnSpPr>
        <p:spPr>
          <a:xfrm>
            <a:off x="3872886" y="2585359"/>
            <a:ext cx="10696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Arrow Connector 687">
            <a:extLst>
              <a:ext uri="{FF2B5EF4-FFF2-40B4-BE49-F238E27FC236}">
                <a16:creationId xmlns:a16="http://schemas.microsoft.com/office/drawing/2014/main" id="{298972E2-75E3-3520-CDDA-907FABF9B872}"/>
              </a:ext>
            </a:extLst>
          </p:cNvPr>
          <p:cNvCxnSpPr>
            <a:cxnSpLocks/>
          </p:cNvCxnSpPr>
          <p:nvPr/>
        </p:nvCxnSpPr>
        <p:spPr>
          <a:xfrm>
            <a:off x="3872886" y="3619500"/>
            <a:ext cx="1069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Arrow Connector 689">
            <a:extLst>
              <a:ext uri="{FF2B5EF4-FFF2-40B4-BE49-F238E27FC236}">
                <a16:creationId xmlns:a16="http://schemas.microsoft.com/office/drawing/2014/main" id="{0707D8B0-4E80-7647-63F1-C0E23A6676AD}"/>
              </a:ext>
            </a:extLst>
          </p:cNvPr>
          <p:cNvCxnSpPr>
            <a:cxnSpLocks/>
          </p:cNvCxnSpPr>
          <p:nvPr/>
        </p:nvCxnSpPr>
        <p:spPr>
          <a:xfrm>
            <a:off x="3873566" y="4653641"/>
            <a:ext cx="10690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Arrow Connector 691">
            <a:extLst>
              <a:ext uri="{FF2B5EF4-FFF2-40B4-BE49-F238E27FC236}">
                <a16:creationId xmlns:a16="http://schemas.microsoft.com/office/drawing/2014/main" id="{75AFDC9E-82C2-8925-8545-5FE0FF2F8648}"/>
              </a:ext>
            </a:extLst>
          </p:cNvPr>
          <p:cNvCxnSpPr>
            <a:cxnSpLocks/>
          </p:cNvCxnSpPr>
          <p:nvPr/>
        </p:nvCxnSpPr>
        <p:spPr>
          <a:xfrm>
            <a:off x="6819899" y="3619500"/>
            <a:ext cx="1451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694">
            <a:extLst>
              <a:ext uri="{FF2B5EF4-FFF2-40B4-BE49-F238E27FC236}">
                <a16:creationId xmlns:a16="http://schemas.microsoft.com/office/drawing/2014/main" id="{DC08544B-18C4-C936-CCD2-495746D619A8}"/>
              </a:ext>
            </a:extLst>
          </p:cNvPr>
          <p:cNvCxnSpPr>
            <a:stCxn id="3" idx="3"/>
          </p:cNvCxnSpPr>
          <p:nvPr/>
        </p:nvCxnSpPr>
        <p:spPr>
          <a:xfrm>
            <a:off x="6838950" y="2585359"/>
            <a:ext cx="23815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695">
            <a:extLst>
              <a:ext uri="{FF2B5EF4-FFF2-40B4-BE49-F238E27FC236}">
                <a16:creationId xmlns:a16="http://schemas.microsoft.com/office/drawing/2014/main" id="{5F6C29DD-51D9-B89C-CF99-8FB4E0D6021E}"/>
              </a:ext>
            </a:extLst>
          </p:cNvPr>
          <p:cNvCxnSpPr/>
          <p:nvPr/>
        </p:nvCxnSpPr>
        <p:spPr>
          <a:xfrm>
            <a:off x="6838950" y="4644116"/>
            <a:ext cx="23815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Arrow Connector 698">
            <a:extLst>
              <a:ext uri="{FF2B5EF4-FFF2-40B4-BE49-F238E27FC236}">
                <a16:creationId xmlns:a16="http://schemas.microsoft.com/office/drawing/2014/main" id="{9CA85CD9-7B97-4C40-509E-5B12F335F444}"/>
              </a:ext>
            </a:extLst>
          </p:cNvPr>
          <p:cNvCxnSpPr>
            <a:cxnSpLocks/>
          </p:cNvCxnSpPr>
          <p:nvPr/>
        </p:nvCxnSpPr>
        <p:spPr>
          <a:xfrm>
            <a:off x="9220544" y="2566309"/>
            <a:ext cx="1" cy="652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Arrow Connector 700">
            <a:extLst>
              <a:ext uri="{FF2B5EF4-FFF2-40B4-BE49-F238E27FC236}">
                <a16:creationId xmlns:a16="http://schemas.microsoft.com/office/drawing/2014/main" id="{4BDE3C7B-D3F8-5C4E-DAC2-C24F5101662A}"/>
              </a:ext>
            </a:extLst>
          </p:cNvPr>
          <p:cNvCxnSpPr>
            <a:cxnSpLocks/>
          </p:cNvCxnSpPr>
          <p:nvPr/>
        </p:nvCxnSpPr>
        <p:spPr>
          <a:xfrm flipV="1">
            <a:off x="9220544" y="4020300"/>
            <a:ext cx="1" cy="642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551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7"/>
          <p:cNvSpPr txBox="1">
            <a:spLocks noGrp="1"/>
          </p:cNvSpPr>
          <p:nvPr>
            <p:ph type="title"/>
          </p:nvPr>
        </p:nvSpPr>
        <p:spPr>
          <a:xfrm>
            <a:off x="873350" y="9887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3.2.2 WORKFLOW RESOLUTION</a:t>
            </a:r>
            <a:endParaRPr dirty="0"/>
          </a:p>
        </p:txBody>
      </p:sp>
      <p:sp>
        <p:nvSpPr>
          <p:cNvPr id="697" name="Google Shape;697;p27"/>
          <p:cNvSpPr/>
          <p:nvPr/>
        </p:nvSpPr>
        <p:spPr>
          <a:xfrm>
            <a:off x="1307179" y="642066"/>
            <a:ext cx="767416" cy="1110134"/>
          </a:xfrm>
          <a:custGeom>
            <a:avLst/>
            <a:gdLst/>
            <a:ahLst/>
            <a:cxnLst/>
            <a:rect l="l" t="t" r="r" b="b"/>
            <a:pathLst>
              <a:path w="767416" h="1110134" extrusionOk="0">
                <a:moveTo>
                  <a:pt x="9081" y="8758"/>
                </a:moveTo>
                <a:cubicBezTo>
                  <a:pt x="-6386" y="322206"/>
                  <a:pt x="2372" y="709461"/>
                  <a:pt x="3361" y="735593"/>
                </a:cubicBezTo>
                <a:cubicBezTo>
                  <a:pt x="6892" y="832566"/>
                  <a:pt x="-7304" y="920921"/>
                  <a:pt x="154222" y="910327"/>
                </a:cubicBezTo>
                <a:cubicBezTo>
                  <a:pt x="154222" y="910327"/>
                  <a:pt x="357773" y="912164"/>
                  <a:pt x="430308" y="907432"/>
                </a:cubicBezTo>
                <a:cubicBezTo>
                  <a:pt x="436947" y="991691"/>
                  <a:pt x="438925" y="1110135"/>
                  <a:pt x="438925" y="1110135"/>
                </a:cubicBezTo>
                <a:cubicBezTo>
                  <a:pt x="529187" y="998330"/>
                  <a:pt x="653493" y="906654"/>
                  <a:pt x="767416" y="817169"/>
                </a:cubicBezTo>
                <a:cubicBezTo>
                  <a:pt x="644170" y="734251"/>
                  <a:pt x="535332" y="665247"/>
                  <a:pt x="447259" y="545674"/>
                </a:cubicBezTo>
                <a:cubicBezTo>
                  <a:pt x="443586" y="624495"/>
                  <a:pt x="436170" y="725635"/>
                  <a:pt x="436170" y="725635"/>
                </a:cubicBezTo>
                <a:cubicBezTo>
                  <a:pt x="370698" y="728318"/>
                  <a:pt x="274502" y="725070"/>
                  <a:pt x="274502" y="725070"/>
                </a:cubicBezTo>
                <a:lnTo>
                  <a:pt x="270406" y="0"/>
                </a:lnTo>
                <a:cubicBezTo>
                  <a:pt x="174210" y="15538"/>
                  <a:pt x="107466" y="8758"/>
                  <a:pt x="9152" y="8758"/>
                </a:cubicBezTo>
                <a:close/>
              </a:path>
            </a:pathLst>
          </a:custGeom>
          <a:solidFill>
            <a:schemeClr val="accent2"/>
          </a:solidFill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E3566C-C3DA-DFEE-7170-45EFC412858F}"/>
              </a:ext>
            </a:extLst>
          </p:cNvPr>
          <p:cNvSpPr/>
          <p:nvPr/>
        </p:nvSpPr>
        <p:spPr>
          <a:xfrm>
            <a:off x="0" y="5454869"/>
            <a:ext cx="214286" cy="14031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0ADC2-AB5B-3315-7339-9659886D6A16}"/>
              </a:ext>
            </a:extLst>
          </p:cNvPr>
          <p:cNvSpPr/>
          <p:nvPr/>
        </p:nvSpPr>
        <p:spPr>
          <a:xfrm>
            <a:off x="7769679" y="1913911"/>
            <a:ext cx="1860331" cy="365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View Class Schedule</a:t>
            </a:r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C71D3015-BAF8-E0E2-1F8E-6A6F7A0C94D8}"/>
              </a:ext>
            </a:extLst>
          </p:cNvPr>
          <p:cNvSpPr/>
          <p:nvPr/>
        </p:nvSpPr>
        <p:spPr>
          <a:xfrm>
            <a:off x="4149481" y="3324289"/>
            <a:ext cx="1076639" cy="549628"/>
          </a:xfrm>
          <a:prstGeom prst="flowChartDecisi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5ACF40-D2E5-BBB7-0DD8-04FE6C45AE37}"/>
              </a:ext>
            </a:extLst>
          </p:cNvPr>
          <p:cNvSpPr/>
          <p:nvPr/>
        </p:nvSpPr>
        <p:spPr>
          <a:xfrm>
            <a:off x="2093386" y="2203609"/>
            <a:ext cx="763500" cy="763500"/>
          </a:xfrm>
          <a:prstGeom prst="ellipse">
            <a:avLst/>
          </a:prstGeom>
          <a:solidFill>
            <a:srgbClr val="FED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6" name="Google Shape;1307;p42">
            <a:extLst>
              <a:ext uri="{FF2B5EF4-FFF2-40B4-BE49-F238E27FC236}">
                <a16:creationId xmlns:a16="http://schemas.microsoft.com/office/drawing/2014/main" id="{6F78E51F-154D-1B95-5D0D-69FC460619CC}"/>
              </a:ext>
            </a:extLst>
          </p:cNvPr>
          <p:cNvGrpSpPr/>
          <p:nvPr/>
        </p:nvGrpSpPr>
        <p:grpSpPr>
          <a:xfrm>
            <a:off x="2297922" y="2404138"/>
            <a:ext cx="354428" cy="362441"/>
            <a:chOff x="3171000" y="4021950"/>
            <a:chExt cx="268100" cy="265875"/>
          </a:xfrm>
        </p:grpSpPr>
        <p:sp>
          <p:nvSpPr>
            <p:cNvPr id="18" name="Google Shape;1308;p42">
              <a:extLst>
                <a:ext uri="{FF2B5EF4-FFF2-40B4-BE49-F238E27FC236}">
                  <a16:creationId xmlns:a16="http://schemas.microsoft.com/office/drawing/2014/main" id="{A2D8C695-B055-F0A2-E94F-6C2E037F0838}"/>
                </a:ext>
              </a:extLst>
            </p:cNvPr>
            <p:cNvSpPr/>
            <p:nvPr/>
          </p:nvSpPr>
          <p:spPr>
            <a:xfrm>
              <a:off x="3171000" y="4058525"/>
              <a:ext cx="230200" cy="229300"/>
            </a:xfrm>
            <a:custGeom>
              <a:avLst/>
              <a:gdLst/>
              <a:ahLst/>
              <a:cxnLst/>
              <a:rect l="l" t="t" r="r" b="b"/>
              <a:pathLst>
                <a:path w="9208" h="9172" extrusionOk="0">
                  <a:moveTo>
                    <a:pt x="1782" y="6720"/>
                  </a:moveTo>
                  <a:cubicBezTo>
                    <a:pt x="1957" y="6720"/>
                    <a:pt x="2130" y="6787"/>
                    <a:pt x="2266" y="6923"/>
                  </a:cubicBezTo>
                  <a:cubicBezTo>
                    <a:pt x="2534" y="7191"/>
                    <a:pt x="2534" y="7619"/>
                    <a:pt x="2266" y="7869"/>
                  </a:cubicBezTo>
                  <a:lnTo>
                    <a:pt x="1142" y="8244"/>
                  </a:lnTo>
                  <a:lnTo>
                    <a:pt x="928" y="8047"/>
                  </a:lnTo>
                  <a:lnTo>
                    <a:pt x="1303" y="6905"/>
                  </a:lnTo>
                  <a:cubicBezTo>
                    <a:pt x="1443" y="6783"/>
                    <a:pt x="1614" y="6720"/>
                    <a:pt x="1782" y="6720"/>
                  </a:cubicBezTo>
                  <a:close/>
                  <a:moveTo>
                    <a:pt x="7494" y="0"/>
                  </a:moveTo>
                  <a:lnTo>
                    <a:pt x="839" y="6656"/>
                  </a:lnTo>
                  <a:lnTo>
                    <a:pt x="0" y="9171"/>
                  </a:lnTo>
                  <a:lnTo>
                    <a:pt x="2552" y="8333"/>
                  </a:lnTo>
                  <a:lnTo>
                    <a:pt x="9207" y="1695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09;p42">
              <a:extLst>
                <a:ext uri="{FF2B5EF4-FFF2-40B4-BE49-F238E27FC236}">
                  <a16:creationId xmlns:a16="http://schemas.microsoft.com/office/drawing/2014/main" id="{953A9EE4-A924-C1B4-3572-66B669B2C2A6}"/>
                </a:ext>
              </a:extLst>
            </p:cNvPr>
            <p:cNvSpPr/>
            <p:nvPr/>
          </p:nvSpPr>
          <p:spPr>
            <a:xfrm>
              <a:off x="3367725" y="4021950"/>
              <a:ext cx="71375" cy="69150"/>
            </a:xfrm>
            <a:custGeom>
              <a:avLst/>
              <a:gdLst/>
              <a:ahLst/>
              <a:cxnLst/>
              <a:rect l="l" t="t" r="r" b="b"/>
              <a:pathLst>
                <a:path w="2855" h="2766" extrusionOk="0">
                  <a:moveTo>
                    <a:pt x="1320" y="0"/>
                  </a:moveTo>
                  <a:cubicBezTo>
                    <a:pt x="1187" y="0"/>
                    <a:pt x="1053" y="54"/>
                    <a:pt x="946" y="161"/>
                  </a:cubicBezTo>
                  <a:lnTo>
                    <a:pt x="0" y="1089"/>
                  </a:lnTo>
                  <a:lnTo>
                    <a:pt x="1695" y="2766"/>
                  </a:lnTo>
                  <a:lnTo>
                    <a:pt x="2623" y="1838"/>
                  </a:lnTo>
                  <a:cubicBezTo>
                    <a:pt x="2855" y="1642"/>
                    <a:pt x="2855" y="1303"/>
                    <a:pt x="2641" y="1106"/>
                  </a:cubicBezTo>
                  <a:lnTo>
                    <a:pt x="1695" y="161"/>
                  </a:lnTo>
                  <a:cubicBezTo>
                    <a:pt x="1588" y="54"/>
                    <a:pt x="1454" y="0"/>
                    <a:pt x="13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6A201708-C7B5-F7C3-0D13-FD6A7842EED5}"/>
              </a:ext>
            </a:extLst>
          </p:cNvPr>
          <p:cNvSpPr/>
          <p:nvPr/>
        </p:nvSpPr>
        <p:spPr>
          <a:xfrm>
            <a:off x="2093386" y="3237750"/>
            <a:ext cx="763500" cy="763500"/>
          </a:xfrm>
          <a:prstGeom prst="ellipse">
            <a:avLst/>
          </a:prstGeom>
          <a:solidFill>
            <a:srgbClr val="FED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FB69449-F7CE-0BBB-EC8B-48CF51335BFE}"/>
              </a:ext>
            </a:extLst>
          </p:cNvPr>
          <p:cNvSpPr/>
          <p:nvPr/>
        </p:nvSpPr>
        <p:spPr>
          <a:xfrm>
            <a:off x="2094066" y="4271891"/>
            <a:ext cx="763500" cy="763500"/>
          </a:xfrm>
          <a:prstGeom prst="ellipse">
            <a:avLst/>
          </a:prstGeom>
          <a:solidFill>
            <a:srgbClr val="FED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5" name="Google Shape;1301;p42">
            <a:extLst>
              <a:ext uri="{FF2B5EF4-FFF2-40B4-BE49-F238E27FC236}">
                <a16:creationId xmlns:a16="http://schemas.microsoft.com/office/drawing/2014/main" id="{51446F9E-A4C5-7B49-920D-AFF8219716B8}"/>
              </a:ext>
            </a:extLst>
          </p:cNvPr>
          <p:cNvGrpSpPr/>
          <p:nvPr/>
        </p:nvGrpSpPr>
        <p:grpSpPr>
          <a:xfrm>
            <a:off x="2297922" y="3472019"/>
            <a:ext cx="386850" cy="294962"/>
            <a:chOff x="1502275" y="3638775"/>
            <a:chExt cx="292625" cy="216375"/>
          </a:xfrm>
        </p:grpSpPr>
        <p:sp>
          <p:nvSpPr>
            <p:cNvPr id="27" name="Google Shape;1302;p42">
              <a:extLst>
                <a:ext uri="{FF2B5EF4-FFF2-40B4-BE49-F238E27FC236}">
                  <a16:creationId xmlns:a16="http://schemas.microsoft.com/office/drawing/2014/main" id="{CABC035A-93D6-F2F6-C315-87B1901FF875}"/>
                </a:ext>
              </a:extLst>
            </p:cNvPr>
            <p:cNvSpPr/>
            <p:nvPr/>
          </p:nvSpPr>
          <p:spPr>
            <a:xfrm>
              <a:off x="1502275" y="3658850"/>
              <a:ext cx="292625" cy="196300"/>
            </a:xfrm>
            <a:custGeom>
              <a:avLst/>
              <a:gdLst/>
              <a:ahLst/>
              <a:cxnLst/>
              <a:rect l="l" t="t" r="r" b="b"/>
              <a:pathLst>
                <a:path w="11705" h="7852" extrusionOk="0">
                  <a:moveTo>
                    <a:pt x="0" y="0"/>
                  </a:moveTo>
                  <a:lnTo>
                    <a:pt x="0" y="7441"/>
                  </a:lnTo>
                  <a:lnTo>
                    <a:pt x="4657" y="7441"/>
                  </a:lnTo>
                  <a:cubicBezTo>
                    <a:pt x="4657" y="7673"/>
                    <a:pt x="4835" y="7851"/>
                    <a:pt x="5050" y="7851"/>
                  </a:cubicBezTo>
                  <a:lnTo>
                    <a:pt x="6655" y="7851"/>
                  </a:lnTo>
                  <a:cubicBezTo>
                    <a:pt x="6887" y="7851"/>
                    <a:pt x="7048" y="7673"/>
                    <a:pt x="7048" y="7441"/>
                  </a:cubicBezTo>
                  <a:lnTo>
                    <a:pt x="11705" y="7441"/>
                  </a:lnTo>
                  <a:lnTo>
                    <a:pt x="11705" y="0"/>
                  </a:lnTo>
                  <a:lnTo>
                    <a:pt x="10902" y="0"/>
                  </a:lnTo>
                  <a:lnTo>
                    <a:pt x="10902" y="6513"/>
                  </a:lnTo>
                  <a:lnTo>
                    <a:pt x="785" y="6513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03;p42">
              <a:extLst>
                <a:ext uri="{FF2B5EF4-FFF2-40B4-BE49-F238E27FC236}">
                  <a16:creationId xmlns:a16="http://schemas.microsoft.com/office/drawing/2014/main" id="{F20E9F70-141D-185A-E37F-28E79FB3BF29}"/>
                </a:ext>
              </a:extLst>
            </p:cNvPr>
            <p:cNvSpPr/>
            <p:nvPr/>
          </p:nvSpPr>
          <p:spPr>
            <a:xfrm>
              <a:off x="1535275" y="3638775"/>
              <a:ext cx="226625" cy="169525"/>
            </a:xfrm>
            <a:custGeom>
              <a:avLst/>
              <a:gdLst/>
              <a:ahLst/>
              <a:cxnLst/>
              <a:rect l="l" t="t" r="r" b="b"/>
              <a:pathLst>
                <a:path w="9065" h="6781" extrusionOk="0">
                  <a:moveTo>
                    <a:pt x="4265" y="803"/>
                  </a:moveTo>
                  <a:lnTo>
                    <a:pt x="4265" y="5978"/>
                  </a:lnTo>
                  <a:lnTo>
                    <a:pt x="803" y="5978"/>
                  </a:lnTo>
                  <a:lnTo>
                    <a:pt x="803" y="803"/>
                  </a:lnTo>
                  <a:close/>
                  <a:moveTo>
                    <a:pt x="8262" y="803"/>
                  </a:moveTo>
                  <a:lnTo>
                    <a:pt x="8262" y="5978"/>
                  </a:lnTo>
                  <a:lnTo>
                    <a:pt x="4800" y="5978"/>
                  </a:lnTo>
                  <a:lnTo>
                    <a:pt x="4800" y="803"/>
                  </a:lnTo>
                  <a:close/>
                  <a:moveTo>
                    <a:pt x="0" y="0"/>
                  </a:moveTo>
                  <a:lnTo>
                    <a:pt x="0" y="6781"/>
                  </a:lnTo>
                  <a:lnTo>
                    <a:pt x="9064" y="6781"/>
                  </a:lnTo>
                  <a:lnTo>
                    <a:pt x="90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04;p42">
              <a:extLst>
                <a:ext uri="{FF2B5EF4-FFF2-40B4-BE49-F238E27FC236}">
                  <a16:creationId xmlns:a16="http://schemas.microsoft.com/office/drawing/2014/main" id="{38D52011-90DB-74B8-1A5D-7CC50EFC65C8}"/>
                </a:ext>
              </a:extLst>
            </p:cNvPr>
            <p:cNvSpPr/>
            <p:nvPr/>
          </p:nvSpPr>
          <p:spPr>
            <a:xfrm>
              <a:off x="1675350" y="3691850"/>
              <a:ext cx="46400" cy="10300"/>
            </a:xfrm>
            <a:custGeom>
              <a:avLst/>
              <a:gdLst/>
              <a:ahLst/>
              <a:cxnLst/>
              <a:rect l="l" t="t" r="r" b="b"/>
              <a:pathLst>
                <a:path w="185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1856" y="411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1305;p42">
              <a:extLst>
                <a:ext uri="{FF2B5EF4-FFF2-40B4-BE49-F238E27FC236}">
                  <a16:creationId xmlns:a16="http://schemas.microsoft.com/office/drawing/2014/main" id="{F43838F0-E3F7-D150-3988-87AF32B8F0A3}"/>
                </a:ext>
              </a:extLst>
            </p:cNvPr>
            <p:cNvSpPr/>
            <p:nvPr/>
          </p:nvSpPr>
          <p:spPr>
            <a:xfrm>
              <a:off x="1675350" y="3711925"/>
              <a:ext cx="46400" cy="9850"/>
            </a:xfrm>
            <a:custGeom>
              <a:avLst/>
              <a:gdLst/>
              <a:ahLst/>
              <a:cxnLst/>
              <a:rect l="l" t="t" r="r" b="b"/>
              <a:pathLst>
                <a:path w="1856" h="394" extrusionOk="0">
                  <a:moveTo>
                    <a:pt x="0" y="1"/>
                  </a:moveTo>
                  <a:lnTo>
                    <a:pt x="0" y="393"/>
                  </a:lnTo>
                  <a:lnTo>
                    <a:pt x="1856" y="393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1306;p42">
              <a:extLst>
                <a:ext uri="{FF2B5EF4-FFF2-40B4-BE49-F238E27FC236}">
                  <a16:creationId xmlns:a16="http://schemas.microsoft.com/office/drawing/2014/main" id="{250FCB27-7909-9E2B-D1FE-99FA44CD74E0}"/>
                </a:ext>
              </a:extLst>
            </p:cNvPr>
            <p:cNvSpPr/>
            <p:nvPr/>
          </p:nvSpPr>
          <p:spPr>
            <a:xfrm>
              <a:off x="1675350" y="3732000"/>
              <a:ext cx="32125" cy="9825"/>
            </a:xfrm>
            <a:custGeom>
              <a:avLst/>
              <a:gdLst/>
              <a:ahLst/>
              <a:cxnLst/>
              <a:rect l="l" t="t" r="r" b="b"/>
              <a:pathLst>
                <a:path w="1285" h="393" extrusionOk="0">
                  <a:moveTo>
                    <a:pt x="0" y="0"/>
                  </a:moveTo>
                  <a:lnTo>
                    <a:pt x="0" y="393"/>
                  </a:lnTo>
                  <a:lnTo>
                    <a:pt x="1285" y="393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" name="Google Shape;1459;p42">
            <a:extLst>
              <a:ext uri="{FF2B5EF4-FFF2-40B4-BE49-F238E27FC236}">
                <a16:creationId xmlns:a16="http://schemas.microsoft.com/office/drawing/2014/main" id="{CEC8D920-BE53-234F-213E-30D977847A9F}"/>
              </a:ext>
            </a:extLst>
          </p:cNvPr>
          <p:cNvGrpSpPr/>
          <p:nvPr/>
        </p:nvGrpSpPr>
        <p:grpSpPr>
          <a:xfrm>
            <a:off x="2300268" y="4499480"/>
            <a:ext cx="352082" cy="308322"/>
            <a:chOff x="6866650" y="1038650"/>
            <a:chExt cx="266325" cy="226175"/>
          </a:xfrm>
        </p:grpSpPr>
        <p:sp>
          <p:nvSpPr>
            <p:cNvPr id="677" name="Google Shape;1460;p42">
              <a:extLst>
                <a:ext uri="{FF2B5EF4-FFF2-40B4-BE49-F238E27FC236}">
                  <a16:creationId xmlns:a16="http://schemas.microsoft.com/office/drawing/2014/main" id="{E59E72EB-773C-5D4D-7AD8-DFBA203A1960}"/>
                </a:ext>
              </a:extLst>
            </p:cNvPr>
            <p:cNvSpPr/>
            <p:nvPr/>
          </p:nvSpPr>
          <p:spPr>
            <a:xfrm>
              <a:off x="6866650" y="1078350"/>
              <a:ext cx="39725" cy="186475"/>
            </a:xfrm>
            <a:custGeom>
              <a:avLst/>
              <a:gdLst/>
              <a:ahLst/>
              <a:cxnLst/>
              <a:rect l="l" t="t" r="r" b="b"/>
              <a:pathLst>
                <a:path w="1589" h="7459" extrusionOk="0">
                  <a:moveTo>
                    <a:pt x="536" y="1"/>
                  </a:moveTo>
                  <a:cubicBezTo>
                    <a:pt x="233" y="1"/>
                    <a:pt x="1" y="250"/>
                    <a:pt x="1" y="536"/>
                  </a:cubicBezTo>
                  <a:lnTo>
                    <a:pt x="1" y="6924"/>
                  </a:lnTo>
                  <a:cubicBezTo>
                    <a:pt x="1" y="7227"/>
                    <a:pt x="233" y="7459"/>
                    <a:pt x="536" y="7459"/>
                  </a:cubicBezTo>
                  <a:lnTo>
                    <a:pt x="1589" y="7459"/>
                  </a:lnTo>
                  <a:lnTo>
                    <a:pt x="15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1461;p42">
              <a:extLst>
                <a:ext uri="{FF2B5EF4-FFF2-40B4-BE49-F238E27FC236}">
                  <a16:creationId xmlns:a16="http://schemas.microsoft.com/office/drawing/2014/main" id="{D20A3242-3A20-1361-D6E1-9AED90FB9379}"/>
                </a:ext>
              </a:extLst>
            </p:cNvPr>
            <p:cNvSpPr/>
            <p:nvPr/>
          </p:nvSpPr>
          <p:spPr>
            <a:xfrm>
              <a:off x="7092800" y="1078350"/>
              <a:ext cx="40175" cy="186475"/>
            </a:xfrm>
            <a:custGeom>
              <a:avLst/>
              <a:gdLst/>
              <a:ahLst/>
              <a:cxnLst/>
              <a:rect l="l" t="t" r="r" b="b"/>
              <a:pathLst>
                <a:path w="1607" h="7459" extrusionOk="0">
                  <a:moveTo>
                    <a:pt x="1" y="1"/>
                  </a:moveTo>
                  <a:lnTo>
                    <a:pt x="1" y="7459"/>
                  </a:lnTo>
                  <a:lnTo>
                    <a:pt x="1072" y="7459"/>
                  </a:lnTo>
                  <a:cubicBezTo>
                    <a:pt x="1375" y="7459"/>
                    <a:pt x="1607" y="7227"/>
                    <a:pt x="1607" y="6924"/>
                  </a:cubicBezTo>
                  <a:lnTo>
                    <a:pt x="1607" y="536"/>
                  </a:lnTo>
                  <a:cubicBezTo>
                    <a:pt x="1607" y="250"/>
                    <a:pt x="1375" y="1"/>
                    <a:pt x="10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1462;p42">
              <a:extLst>
                <a:ext uri="{FF2B5EF4-FFF2-40B4-BE49-F238E27FC236}">
                  <a16:creationId xmlns:a16="http://schemas.microsoft.com/office/drawing/2014/main" id="{1EAAAE35-6040-E5D5-03E2-ADCC51822847}"/>
                </a:ext>
              </a:extLst>
            </p:cNvPr>
            <p:cNvSpPr/>
            <p:nvPr/>
          </p:nvSpPr>
          <p:spPr>
            <a:xfrm>
              <a:off x="6919750" y="1038650"/>
              <a:ext cx="159700" cy="226175"/>
            </a:xfrm>
            <a:custGeom>
              <a:avLst/>
              <a:gdLst/>
              <a:ahLst/>
              <a:cxnLst/>
              <a:rect l="l" t="t" r="r" b="b"/>
              <a:pathLst>
                <a:path w="6388" h="9047" extrusionOk="0">
                  <a:moveTo>
                    <a:pt x="3997" y="786"/>
                  </a:moveTo>
                  <a:cubicBezTo>
                    <a:pt x="4086" y="786"/>
                    <a:pt x="4140" y="857"/>
                    <a:pt x="4140" y="929"/>
                  </a:cubicBezTo>
                  <a:lnTo>
                    <a:pt x="4140" y="1589"/>
                  </a:lnTo>
                  <a:lnTo>
                    <a:pt x="2266" y="1589"/>
                  </a:lnTo>
                  <a:lnTo>
                    <a:pt x="2266" y="929"/>
                  </a:lnTo>
                  <a:cubicBezTo>
                    <a:pt x="2266" y="857"/>
                    <a:pt x="2320" y="786"/>
                    <a:pt x="2409" y="786"/>
                  </a:cubicBezTo>
                  <a:close/>
                  <a:moveTo>
                    <a:pt x="2409" y="1"/>
                  </a:moveTo>
                  <a:cubicBezTo>
                    <a:pt x="1891" y="1"/>
                    <a:pt x="1463" y="411"/>
                    <a:pt x="1463" y="929"/>
                  </a:cubicBezTo>
                  <a:lnTo>
                    <a:pt x="1463" y="1589"/>
                  </a:lnTo>
                  <a:lnTo>
                    <a:pt x="0" y="1589"/>
                  </a:lnTo>
                  <a:lnTo>
                    <a:pt x="0" y="9047"/>
                  </a:lnTo>
                  <a:lnTo>
                    <a:pt x="6388" y="9047"/>
                  </a:lnTo>
                  <a:lnTo>
                    <a:pt x="6388" y="1589"/>
                  </a:lnTo>
                  <a:lnTo>
                    <a:pt x="4925" y="1589"/>
                  </a:lnTo>
                  <a:lnTo>
                    <a:pt x="4925" y="929"/>
                  </a:lnTo>
                  <a:cubicBezTo>
                    <a:pt x="4925" y="411"/>
                    <a:pt x="4514" y="1"/>
                    <a:pt x="39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TextBox 681">
            <a:extLst>
              <a:ext uri="{FF2B5EF4-FFF2-40B4-BE49-F238E27FC236}">
                <a16:creationId xmlns:a16="http://schemas.microsoft.com/office/drawing/2014/main" id="{88A69995-6B94-6FC5-3EA7-6E6A7D7F0625}"/>
              </a:ext>
            </a:extLst>
          </p:cNvPr>
          <p:cNvSpPr txBox="1"/>
          <p:nvPr/>
        </p:nvSpPr>
        <p:spPr>
          <a:xfrm>
            <a:off x="193675" y="2404138"/>
            <a:ext cx="1849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highlight>
                  <a:srgbClr val="FEDA6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Student</a:t>
            </a:r>
          </a:p>
        </p:txBody>
      </p:sp>
      <p:sp>
        <p:nvSpPr>
          <p:cNvPr id="683" name="TextBox 682">
            <a:extLst>
              <a:ext uri="{FF2B5EF4-FFF2-40B4-BE49-F238E27FC236}">
                <a16:creationId xmlns:a16="http://schemas.microsoft.com/office/drawing/2014/main" id="{AB7E31C5-E5B4-9AA1-F0BD-7120F30156BE}"/>
              </a:ext>
            </a:extLst>
          </p:cNvPr>
          <p:cNvSpPr txBox="1"/>
          <p:nvPr/>
        </p:nvSpPr>
        <p:spPr>
          <a:xfrm>
            <a:off x="193675" y="3450223"/>
            <a:ext cx="1849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highlight>
                  <a:srgbClr val="FEDA6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Teacher</a:t>
            </a:r>
          </a:p>
        </p:txBody>
      </p:sp>
      <p:sp>
        <p:nvSpPr>
          <p:cNvPr id="684" name="TextBox 683">
            <a:extLst>
              <a:ext uri="{FF2B5EF4-FFF2-40B4-BE49-F238E27FC236}">
                <a16:creationId xmlns:a16="http://schemas.microsoft.com/office/drawing/2014/main" id="{7BD1B6DD-7EB5-24C6-FC35-AFBD0BF672AB}"/>
              </a:ext>
            </a:extLst>
          </p:cNvPr>
          <p:cNvSpPr txBox="1"/>
          <p:nvPr/>
        </p:nvSpPr>
        <p:spPr>
          <a:xfrm>
            <a:off x="193675" y="4484364"/>
            <a:ext cx="1849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highlight>
                  <a:srgbClr val="FEDA6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Administrator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7C48BE-8C8F-D8E4-BCE5-9F516B33C76A}"/>
              </a:ext>
            </a:extLst>
          </p:cNvPr>
          <p:cNvSpPr/>
          <p:nvPr/>
        </p:nvSpPr>
        <p:spPr>
          <a:xfrm>
            <a:off x="3231664" y="3374414"/>
            <a:ext cx="693143" cy="4517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Login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234372-C46F-3C39-483A-84B73A398C52}"/>
              </a:ext>
            </a:extLst>
          </p:cNvPr>
          <p:cNvSpPr/>
          <p:nvPr/>
        </p:nvSpPr>
        <p:spPr>
          <a:xfrm>
            <a:off x="5534419" y="3374414"/>
            <a:ext cx="693143" cy="4517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Type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3D793266-F6DA-F514-F864-6CCF195BCA79}"/>
              </a:ext>
            </a:extLst>
          </p:cNvPr>
          <p:cNvSpPr/>
          <p:nvPr/>
        </p:nvSpPr>
        <p:spPr>
          <a:xfrm>
            <a:off x="6559307" y="2109894"/>
            <a:ext cx="763500" cy="475343"/>
          </a:xfrm>
          <a:prstGeom prst="flowChartDecisi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Do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89E51F9A-A4E3-83B6-E168-592E844C9DB1}"/>
              </a:ext>
            </a:extLst>
          </p:cNvPr>
          <p:cNvSpPr/>
          <p:nvPr/>
        </p:nvSpPr>
        <p:spPr>
          <a:xfrm>
            <a:off x="6559307" y="3362173"/>
            <a:ext cx="763500" cy="475343"/>
          </a:xfrm>
          <a:prstGeom prst="flowChartDecisi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Do</a:t>
            </a: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F2B0707B-B5FC-907C-6E55-9569B03EDD0F}"/>
              </a:ext>
            </a:extLst>
          </p:cNvPr>
          <p:cNvSpPr/>
          <p:nvPr/>
        </p:nvSpPr>
        <p:spPr>
          <a:xfrm>
            <a:off x="6559307" y="4797719"/>
            <a:ext cx="763500" cy="475343"/>
          </a:xfrm>
          <a:prstGeom prst="flowChartDecisi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E9F2CA-DEFB-7FBE-6F7B-C968149663A5}"/>
              </a:ext>
            </a:extLst>
          </p:cNvPr>
          <p:cNvSpPr/>
          <p:nvPr/>
        </p:nvSpPr>
        <p:spPr>
          <a:xfrm>
            <a:off x="7769678" y="2406754"/>
            <a:ext cx="1860331" cy="365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Search Class Schedule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8CFA3E-A4A7-3801-B0DD-0068C99B2B03}"/>
              </a:ext>
            </a:extLst>
          </p:cNvPr>
          <p:cNvSpPr/>
          <p:nvPr/>
        </p:nvSpPr>
        <p:spPr>
          <a:xfrm>
            <a:off x="7769679" y="2913847"/>
            <a:ext cx="1860331" cy="365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View Class Schedule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FE817B-C8CF-505A-56DF-231B1DDA1A79}"/>
              </a:ext>
            </a:extLst>
          </p:cNvPr>
          <p:cNvSpPr/>
          <p:nvPr/>
        </p:nvSpPr>
        <p:spPr>
          <a:xfrm>
            <a:off x="7769678" y="3416216"/>
            <a:ext cx="1860331" cy="365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Create Class Schedule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DFF67C-6251-86AC-A344-740FBD1CD78F}"/>
              </a:ext>
            </a:extLst>
          </p:cNvPr>
          <p:cNvSpPr/>
          <p:nvPr/>
        </p:nvSpPr>
        <p:spPr>
          <a:xfrm>
            <a:off x="7769678" y="3899533"/>
            <a:ext cx="1860331" cy="365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Edit Class Schedule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04B786-AD18-A8D8-021C-ABCE797CC1AB}"/>
              </a:ext>
            </a:extLst>
          </p:cNvPr>
          <p:cNvSpPr/>
          <p:nvPr/>
        </p:nvSpPr>
        <p:spPr>
          <a:xfrm>
            <a:off x="7769679" y="4390882"/>
            <a:ext cx="1860331" cy="365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View Class Schedule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3E1462-8E8E-09DD-03E1-992608540681}"/>
              </a:ext>
            </a:extLst>
          </p:cNvPr>
          <p:cNvSpPr/>
          <p:nvPr/>
        </p:nvSpPr>
        <p:spPr>
          <a:xfrm>
            <a:off x="7769678" y="4883725"/>
            <a:ext cx="1860331" cy="365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Create Class Schedule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1EBA2-26FA-596C-8913-1D089F47C05E}"/>
              </a:ext>
            </a:extLst>
          </p:cNvPr>
          <p:cNvSpPr/>
          <p:nvPr/>
        </p:nvSpPr>
        <p:spPr>
          <a:xfrm>
            <a:off x="7769678" y="5376568"/>
            <a:ext cx="1860331" cy="365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Edit Class Schedule</a:t>
            </a:r>
          </a:p>
        </p:txBody>
      </p:sp>
      <p:sp>
        <p:nvSpPr>
          <p:cNvPr id="26" name="Flowchart: Decision 25">
            <a:extLst>
              <a:ext uri="{FF2B5EF4-FFF2-40B4-BE49-F238E27FC236}">
                <a16:creationId xmlns:a16="http://schemas.microsoft.com/office/drawing/2014/main" id="{64D903D5-66C5-624F-D8E3-06B21C5ACB2E}"/>
              </a:ext>
            </a:extLst>
          </p:cNvPr>
          <p:cNvSpPr/>
          <p:nvPr/>
        </p:nvSpPr>
        <p:spPr>
          <a:xfrm>
            <a:off x="10382007" y="4822918"/>
            <a:ext cx="763500" cy="475343"/>
          </a:xfrm>
          <a:prstGeom prst="flowChartDecisi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Do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D496BA-D0CD-A28F-C212-4DFACBEA3E0C}"/>
              </a:ext>
            </a:extLst>
          </p:cNvPr>
          <p:cNvSpPr/>
          <p:nvPr/>
        </p:nvSpPr>
        <p:spPr>
          <a:xfrm>
            <a:off x="9947495" y="4133582"/>
            <a:ext cx="763500" cy="365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Approve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1A8FDC-8659-2DEE-0A22-BBE2D891CE6A}"/>
              </a:ext>
            </a:extLst>
          </p:cNvPr>
          <p:cNvSpPr/>
          <p:nvPr/>
        </p:nvSpPr>
        <p:spPr>
          <a:xfrm>
            <a:off x="10799880" y="4133582"/>
            <a:ext cx="763500" cy="365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</a:rPr>
              <a:t>Remove</a:t>
            </a:r>
          </a:p>
        </p:txBody>
      </p:sp>
      <p:cxnSp>
        <p:nvCxnSpPr>
          <p:cNvPr id="676" name="Straight Arrow Connector 675">
            <a:extLst>
              <a:ext uri="{FF2B5EF4-FFF2-40B4-BE49-F238E27FC236}">
                <a16:creationId xmlns:a16="http://schemas.microsoft.com/office/drawing/2014/main" id="{E21D10D2-E294-E818-D7E8-411BF0D4A5B7}"/>
              </a:ext>
            </a:extLst>
          </p:cNvPr>
          <p:cNvCxnSpPr>
            <a:stCxn id="7" idx="3"/>
            <a:endCxn id="3" idx="1"/>
          </p:cNvCxnSpPr>
          <p:nvPr/>
        </p:nvCxnSpPr>
        <p:spPr>
          <a:xfrm flipV="1">
            <a:off x="3924807" y="3599103"/>
            <a:ext cx="224674" cy="1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Arrow Connector 679">
            <a:extLst>
              <a:ext uri="{FF2B5EF4-FFF2-40B4-BE49-F238E27FC236}">
                <a16:creationId xmlns:a16="http://schemas.microsoft.com/office/drawing/2014/main" id="{B13FC678-42C7-1D9C-84E1-10DDB3567235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5226120" y="3599103"/>
            <a:ext cx="308299" cy="1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Arrow Connector 686">
            <a:extLst>
              <a:ext uri="{FF2B5EF4-FFF2-40B4-BE49-F238E27FC236}">
                <a16:creationId xmlns:a16="http://schemas.microsoft.com/office/drawing/2014/main" id="{5BF5184B-FB96-4526-D791-2A968B28936F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6227562" y="3599845"/>
            <a:ext cx="331745" cy="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Arrow Connector 690">
            <a:extLst>
              <a:ext uri="{FF2B5EF4-FFF2-40B4-BE49-F238E27FC236}">
                <a16:creationId xmlns:a16="http://schemas.microsoft.com/office/drawing/2014/main" id="{7AEC5022-7AA7-ADA8-1C60-75F081FBDCF3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7322807" y="3599165"/>
            <a:ext cx="446871" cy="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704">
            <a:extLst>
              <a:ext uri="{FF2B5EF4-FFF2-40B4-BE49-F238E27FC236}">
                <a16:creationId xmlns:a16="http://schemas.microsoft.com/office/drawing/2014/main" id="{2C692E3B-2DB4-C323-DC41-DE9B65EE3451}"/>
              </a:ext>
            </a:extLst>
          </p:cNvPr>
          <p:cNvCxnSpPr>
            <a:stCxn id="6" idx="6"/>
          </p:cNvCxnSpPr>
          <p:nvPr/>
        </p:nvCxnSpPr>
        <p:spPr>
          <a:xfrm flipV="1">
            <a:off x="2856886" y="2585237"/>
            <a:ext cx="221594" cy="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705">
            <a:extLst>
              <a:ext uri="{FF2B5EF4-FFF2-40B4-BE49-F238E27FC236}">
                <a16:creationId xmlns:a16="http://schemas.microsoft.com/office/drawing/2014/main" id="{C5DB6DE9-2BF8-43C4-606B-E0D890EA41B4}"/>
              </a:ext>
            </a:extLst>
          </p:cNvPr>
          <p:cNvCxnSpPr/>
          <p:nvPr/>
        </p:nvCxnSpPr>
        <p:spPr>
          <a:xfrm flipV="1">
            <a:off x="2862230" y="4653519"/>
            <a:ext cx="221594" cy="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707">
            <a:extLst>
              <a:ext uri="{FF2B5EF4-FFF2-40B4-BE49-F238E27FC236}">
                <a16:creationId xmlns:a16="http://schemas.microsoft.com/office/drawing/2014/main" id="{8FC0582C-8CF8-737C-9FB1-DA61C529B0D3}"/>
              </a:ext>
            </a:extLst>
          </p:cNvPr>
          <p:cNvCxnSpPr/>
          <p:nvPr/>
        </p:nvCxnSpPr>
        <p:spPr>
          <a:xfrm>
            <a:off x="3078480" y="2585237"/>
            <a:ext cx="0" cy="2068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Arrow Connector 709">
            <a:extLst>
              <a:ext uri="{FF2B5EF4-FFF2-40B4-BE49-F238E27FC236}">
                <a16:creationId xmlns:a16="http://schemas.microsoft.com/office/drawing/2014/main" id="{AA179D94-17A0-6872-62F5-9C798895EB6D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081560" y="3599103"/>
            <a:ext cx="150104" cy="1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712">
            <a:extLst>
              <a:ext uri="{FF2B5EF4-FFF2-40B4-BE49-F238E27FC236}">
                <a16:creationId xmlns:a16="http://schemas.microsoft.com/office/drawing/2014/main" id="{AE324953-5F93-8382-425F-ACB03DAB0BAB}"/>
              </a:ext>
            </a:extLst>
          </p:cNvPr>
          <p:cNvCxnSpPr>
            <a:cxnSpLocks/>
          </p:cNvCxnSpPr>
          <p:nvPr/>
        </p:nvCxnSpPr>
        <p:spPr>
          <a:xfrm flipV="1">
            <a:off x="2856886" y="3600328"/>
            <a:ext cx="221594" cy="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96530F45-DAB9-E443-E0D7-E8AB1E19A5A4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880991" y="2345185"/>
            <a:ext cx="0" cy="10292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A61CC204-A3AA-D397-7DF8-DB03FCEA9F2F}"/>
              </a:ext>
            </a:extLst>
          </p:cNvPr>
          <p:cNvCxnSpPr>
            <a:cxnSpLocks/>
          </p:cNvCxnSpPr>
          <p:nvPr/>
        </p:nvCxnSpPr>
        <p:spPr>
          <a:xfrm>
            <a:off x="5880991" y="2345185"/>
            <a:ext cx="6783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723">
            <a:extLst>
              <a:ext uri="{FF2B5EF4-FFF2-40B4-BE49-F238E27FC236}">
                <a16:creationId xmlns:a16="http://schemas.microsoft.com/office/drawing/2014/main" id="{BD7553CC-2747-26C4-EE9E-AED6C9F86D97}"/>
              </a:ext>
            </a:extLst>
          </p:cNvPr>
          <p:cNvCxnSpPr>
            <a:cxnSpLocks/>
          </p:cNvCxnSpPr>
          <p:nvPr/>
        </p:nvCxnSpPr>
        <p:spPr>
          <a:xfrm flipV="1">
            <a:off x="5880991" y="3826209"/>
            <a:ext cx="0" cy="1209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Arrow Connector 724">
            <a:extLst>
              <a:ext uri="{FF2B5EF4-FFF2-40B4-BE49-F238E27FC236}">
                <a16:creationId xmlns:a16="http://schemas.microsoft.com/office/drawing/2014/main" id="{B6DB9451-70F1-E129-6FDE-8BE1D16FCF85}"/>
              </a:ext>
            </a:extLst>
          </p:cNvPr>
          <p:cNvCxnSpPr>
            <a:cxnSpLocks/>
          </p:cNvCxnSpPr>
          <p:nvPr/>
        </p:nvCxnSpPr>
        <p:spPr>
          <a:xfrm>
            <a:off x="5880991" y="5035391"/>
            <a:ext cx="6783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Arrow Connector 727">
            <a:extLst>
              <a:ext uri="{FF2B5EF4-FFF2-40B4-BE49-F238E27FC236}">
                <a16:creationId xmlns:a16="http://schemas.microsoft.com/office/drawing/2014/main" id="{57DD583A-07B1-F816-6E09-8B92452C28B8}"/>
              </a:ext>
            </a:extLst>
          </p:cNvPr>
          <p:cNvCxnSpPr>
            <a:cxnSpLocks/>
            <a:stCxn id="9" idx="0"/>
          </p:cNvCxnSpPr>
          <p:nvPr/>
        </p:nvCxnSpPr>
        <p:spPr>
          <a:xfrm>
            <a:off x="6941057" y="2109894"/>
            <a:ext cx="828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Straight Arrow Connector 729">
            <a:extLst>
              <a:ext uri="{FF2B5EF4-FFF2-40B4-BE49-F238E27FC236}">
                <a16:creationId xmlns:a16="http://schemas.microsoft.com/office/drawing/2014/main" id="{686B1D97-14E2-814A-51A0-E581D66AA0E3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941057" y="2585237"/>
            <a:ext cx="828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Arrow Connector 735">
            <a:extLst>
              <a:ext uri="{FF2B5EF4-FFF2-40B4-BE49-F238E27FC236}">
                <a16:creationId xmlns:a16="http://schemas.microsoft.com/office/drawing/2014/main" id="{76FE127A-24A5-F810-1D09-4BCFEE203EBB}"/>
              </a:ext>
            </a:extLst>
          </p:cNvPr>
          <p:cNvCxnSpPr>
            <a:cxnSpLocks/>
          </p:cNvCxnSpPr>
          <p:nvPr/>
        </p:nvCxnSpPr>
        <p:spPr>
          <a:xfrm>
            <a:off x="6941057" y="3111500"/>
            <a:ext cx="828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Arrow Connector 739">
            <a:extLst>
              <a:ext uri="{FF2B5EF4-FFF2-40B4-BE49-F238E27FC236}">
                <a16:creationId xmlns:a16="http://schemas.microsoft.com/office/drawing/2014/main" id="{A046B5C8-CA73-A6CB-156D-B8C19AB9C86A}"/>
              </a:ext>
            </a:extLst>
          </p:cNvPr>
          <p:cNvCxnSpPr>
            <a:cxnSpLocks/>
          </p:cNvCxnSpPr>
          <p:nvPr/>
        </p:nvCxnSpPr>
        <p:spPr>
          <a:xfrm>
            <a:off x="6941057" y="4070350"/>
            <a:ext cx="828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Arrow Connector 740">
            <a:extLst>
              <a:ext uri="{FF2B5EF4-FFF2-40B4-BE49-F238E27FC236}">
                <a16:creationId xmlns:a16="http://schemas.microsoft.com/office/drawing/2014/main" id="{EE212D5D-0C76-3DAC-5181-06C72E16EAE8}"/>
              </a:ext>
            </a:extLst>
          </p:cNvPr>
          <p:cNvCxnSpPr>
            <a:cxnSpLocks/>
          </p:cNvCxnSpPr>
          <p:nvPr/>
        </p:nvCxnSpPr>
        <p:spPr>
          <a:xfrm>
            <a:off x="6941057" y="4572649"/>
            <a:ext cx="828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Arrow Connector 741">
            <a:extLst>
              <a:ext uri="{FF2B5EF4-FFF2-40B4-BE49-F238E27FC236}">
                <a16:creationId xmlns:a16="http://schemas.microsoft.com/office/drawing/2014/main" id="{48308161-AC9A-1FB7-2896-E7845138172C}"/>
              </a:ext>
            </a:extLst>
          </p:cNvPr>
          <p:cNvCxnSpPr>
            <a:cxnSpLocks/>
          </p:cNvCxnSpPr>
          <p:nvPr/>
        </p:nvCxnSpPr>
        <p:spPr>
          <a:xfrm>
            <a:off x="6941057" y="5575949"/>
            <a:ext cx="828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Arrow Connector 742">
            <a:extLst>
              <a:ext uri="{FF2B5EF4-FFF2-40B4-BE49-F238E27FC236}">
                <a16:creationId xmlns:a16="http://schemas.microsoft.com/office/drawing/2014/main" id="{26ACF74E-04A0-4529-CB78-BB422ADE780E}"/>
              </a:ext>
            </a:extLst>
          </p:cNvPr>
          <p:cNvCxnSpPr>
            <a:cxnSpLocks/>
          </p:cNvCxnSpPr>
          <p:nvPr/>
        </p:nvCxnSpPr>
        <p:spPr>
          <a:xfrm flipV="1">
            <a:off x="7322807" y="5029874"/>
            <a:ext cx="446871" cy="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744">
            <a:extLst>
              <a:ext uri="{FF2B5EF4-FFF2-40B4-BE49-F238E27FC236}">
                <a16:creationId xmlns:a16="http://schemas.microsoft.com/office/drawing/2014/main" id="{07F06570-3DB3-C02B-D2AD-740327253DFC}"/>
              </a:ext>
            </a:extLst>
          </p:cNvPr>
          <p:cNvCxnSpPr>
            <a:stCxn id="11" idx="0"/>
          </p:cNvCxnSpPr>
          <p:nvPr/>
        </p:nvCxnSpPr>
        <p:spPr>
          <a:xfrm flipV="1">
            <a:off x="6941057" y="3111500"/>
            <a:ext cx="0" cy="250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Connector 746">
            <a:extLst>
              <a:ext uri="{FF2B5EF4-FFF2-40B4-BE49-F238E27FC236}">
                <a16:creationId xmlns:a16="http://schemas.microsoft.com/office/drawing/2014/main" id="{93B43531-3CF3-CE5F-47BA-45BAC2E9FA6B}"/>
              </a:ext>
            </a:extLst>
          </p:cNvPr>
          <p:cNvCxnSpPr>
            <a:stCxn id="11" idx="2"/>
          </p:cNvCxnSpPr>
          <p:nvPr/>
        </p:nvCxnSpPr>
        <p:spPr>
          <a:xfrm>
            <a:off x="6941057" y="3837516"/>
            <a:ext cx="0" cy="232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748">
            <a:extLst>
              <a:ext uri="{FF2B5EF4-FFF2-40B4-BE49-F238E27FC236}">
                <a16:creationId xmlns:a16="http://schemas.microsoft.com/office/drawing/2014/main" id="{12435444-5BD1-C307-9E20-7DC11A7727B3}"/>
              </a:ext>
            </a:extLst>
          </p:cNvPr>
          <p:cNvCxnSpPr>
            <a:stCxn id="12" idx="0"/>
          </p:cNvCxnSpPr>
          <p:nvPr/>
        </p:nvCxnSpPr>
        <p:spPr>
          <a:xfrm flipV="1">
            <a:off x="6941057" y="4572649"/>
            <a:ext cx="0" cy="225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452E42C7-6960-A9BB-BEEA-9804599B10A2}"/>
              </a:ext>
            </a:extLst>
          </p:cNvPr>
          <p:cNvCxnSpPr>
            <a:stCxn id="12" idx="2"/>
          </p:cNvCxnSpPr>
          <p:nvPr/>
        </p:nvCxnSpPr>
        <p:spPr>
          <a:xfrm>
            <a:off x="6941057" y="5273062"/>
            <a:ext cx="0" cy="302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Straight Connector 752">
            <a:extLst>
              <a:ext uri="{FF2B5EF4-FFF2-40B4-BE49-F238E27FC236}">
                <a16:creationId xmlns:a16="http://schemas.microsoft.com/office/drawing/2014/main" id="{C5E113A2-1AD1-B646-C439-92E2B6174769}"/>
              </a:ext>
            </a:extLst>
          </p:cNvPr>
          <p:cNvCxnSpPr>
            <a:stCxn id="19" idx="3"/>
          </p:cNvCxnSpPr>
          <p:nvPr/>
        </p:nvCxnSpPr>
        <p:spPr>
          <a:xfrm flipV="1">
            <a:off x="9630010" y="4572649"/>
            <a:ext cx="152165" cy="1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755">
            <a:extLst>
              <a:ext uri="{FF2B5EF4-FFF2-40B4-BE49-F238E27FC236}">
                <a16:creationId xmlns:a16="http://schemas.microsoft.com/office/drawing/2014/main" id="{B0694234-AD9E-7517-109B-97EB9C92B31E}"/>
              </a:ext>
            </a:extLst>
          </p:cNvPr>
          <p:cNvCxnSpPr/>
          <p:nvPr/>
        </p:nvCxnSpPr>
        <p:spPr>
          <a:xfrm flipV="1">
            <a:off x="9630010" y="5045908"/>
            <a:ext cx="152165" cy="1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5A8E3A45-A069-80ED-F817-B19D0B8F94B6}"/>
              </a:ext>
            </a:extLst>
          </p:cNvPr>
          <p:cNvCxnSpPr/>
          <p:nvPr/>
        </p:nvCxnSpPr>
        <p:spPr>
          <a:xfrm flipV="1">
            <a:off x="9630010" y="5555344"/>
            <a:ext cx="152165" cy="1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E421065A-09A5-018B-73F5-F803D0092ABA}"/>
              </a:ext>
            </a:extLst>
          </p:cNvPr>
          <p:cNvCxnSpPr/>
          <p:nvPr/>
        </p:nvCxnSpPr>
        <p:spPr>
          <a:xfrm>
            <a:off x="9782175" y="4572649"/>
            <a:ext cx="0" cy="982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760">
            <a:extLst>
              <a:ext uri="{FF2B5EF4-FFF2-40B4-BE49-F238E27FC236}">
                <a16:creationId xmlns:a16="http://schemas.microsoft.com/office/drawing/2014/main" id="{B1720D1B-DF07-43E3-1CEB-DD1BAD8DEAE5}"/>
              </a:ext>
            </a:extLst>
          </p:cNvPr>
          <p:cNvCxnSpPr/>
          <p:nvPr/>
        </p:nvCxnSpPr>
        <p:spPr>
          <a:xfrm>
            <a:off x="9782175" y="5555344"/>
            <a:ext cx="9815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Arrow Connector 762">
            <a:extLst>
              <a:ext uri="{FF2B5EF4-FFF2-40B4-BE49-F238E27FC236}">
                <a16:creationId xmlns:a16="http://schemas.microsoft.com/office/drawing/2014/main" id="{8828C977-E382-EF4B-D0AF-4FF762CEDE59}"/>
              </a:ext>
            </a:extLst>
          </p:cNvPr>
          <p:cNvCxnSpPr>
            <a:endCxn id="26" idx="2"/>
          </p:cNvCxnSpPr>
          <p:nvPr/>
        </p:nvCxnSpPr>
        <p:spPr>
          <a:xfrm flipV="1">
            <a:off x="10763757" y="5298261"/>
            <a:ext cx="0" cy="257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Arrow Connector 764">
            <a:extLst>
              <a:ext uri="{FF2B5EF4-FFF2-40B4-BE49-F238E27FC236}">
                <a16:creationId xmlns:a16="http://schemas.microsoft.com/office/drawing/2014/main" id="{876546E6-0B62-F1E9-39F7-41AF88554E8E}"/>
              </a:ext>
            </a:extLst>
          </p:cNvPr>
          <p:cNvCxnSpPr>
            <a:cxnSpLocks/>
            <a:stCxn id="26" idx="1"/>
          </p:cNvCxnSpPr>
          <p:nvPr/>
        </p:nvCxnSpPr>
        <p:spPr>
          <a:xfrm flipV="1">
            <a:off x="10382007" y="4499480"/>
            <a:ext cx="0" cy="561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Arrow Connector 766">
            <a:extLst>
              <a:ext uri="{FF2B5EF4-FFF2-40B4-BE49-F238E27FC236}">
                <a16:creationId xmlns:a16="http://schemas.microsoft.com/office/drawing/2014/main" id="{AA02A331-7F0D-0D47-7B56-21245109616A}"/>
              </a:ext>
            </a:extLst>
          </p:cNvPr>
          <p:cNvCxnSpPr>
            <a:cxnSpLocks/>
          </p:cNvCxnSpPr>
          <p:nvPr/>
        </p:nvCxnSpPr>
        <p:spPr>
          <a:xfrm flipV="1">
            <a:off x="11140501" y="4507638"/>
            <a:ext cx="0" cy="561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13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8"/>
          <p:cNvSpPr txBox="1">
            <a:spLocks noGrp="1"/>
          </p:cNvSpPr>
          <p:nvPr>
            <p:ph type="title"/>
          </p:nvPr>
        </p:nvSpPr>
        <p:spPr>
          <a:xfrm>
            <a:off x="1488150" y="1873525"/>
            <a:ext cx="9185400" cy="316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 so much for listening. </a:t>
            </a:r>
            <a:r>
              <a:rPr lang="en" dirty="0">
                <a:highlight>
                  <a:schemeClr val="accent2"/>
                </a:highlight>
              </a:rPr>
              <a:t>Any questions?</a:t>
            </a:r>
            <a:endParaRPr dirty="0"/>
          </a:p>
        </p:txBody>
      </p:sp>
      <p:grpSp>
        <p:nvGrpSpPr>
          <p:cNvPr id="704" name="Google Shape;704;p28"/>
          <p:cNvGrpSpPr/>
          <p:nvPr/>
        </p:nvGrpSpPr>
        <p:grpSpPr>
          <a:xfrm rot="10800000">
            <a:off x="5477077" y="891526"/>
            <a:ext cx="1237846" cy="872004"/>
            <a:chOff x="621403" y="597265"/>
            <a:chExt cx="1588204" cy="1118814"/>
          </a:xfrm>
        </p:grpSpPr>
        <p:sp>
          <p:nvSpPr>
            <p:cNvPr id="705" name="Google Shape;705;p28"/>
            <p:cNvSpPr/>
            <p:nvPr/>
          </p:nvSpPr>
          <p:spPr>
            <a:xfrm>
              <a:off x="1448058" y="597265"/>
              <a:ext cx="761549" cy="1118814"/>
            </a:xfrm>
            <a:custGeom>
              <a:avLst/>
              <a:gdLst/>
              <a:ahLst/>
              <a:cxnLst/>
              <a:rect l="l" t="t" r="r" b="b"/>
              <a:pathLst>
                <a:path w="761549" h="1118814" extrusionOk="0">
                  <a:moveTo>
                    <a:pt x="-524" y="1117297"/>
                  </a:moveTo>
                  <a:lnTo>
                    <a:pt x="-524" y="996558"/>
                  </a:lnTo>
                  <a:cubicBezTo>
                    <a:pt x="160246" y="977266"/>
                    <a:pt x="278895" y="901864"/>
                    <a:pt x="338058" y="740612"/>
                  </a:cubicBezTo>
                  <a:cubicBezTo>
                    <a:pt x="312656" y="732412"/>
                    <a:pt x="292400" y="726464"/>
                    <a:pt x="272463" y="719551"/>
                  </a:cubicBezTo>
                  <a:cubicBezTo>
                    <a:pt x="93848" y="657011"/>
                    <a:pt x="-5830" y="480325"/>
                    <a:pt x="31308" y="291741"/>
                  </a:cubicBezTo>
                  <a:cubicBezTo>
                    <a:pt x="64909" y="120199"/>
                    <a:pt x="237095" y="-11311"/>
                    <a:pt x="412334" y="425"/>
                  </a:cubicBezTo>
                  <a:cubicBezTo>
                    <a:pt x="596255" y="11358"/>
                    <a:pt x="744051" y="156019"/>
                    <a:pt x="758954" y="339651"/>
                  </a:cubicBezTo>
                  <a:cubicBezTo>
                    <a:pt x="792877" y="741255"/>
                    <a:pt x="404456" y="1143502"/>
                    <a:pt x="-524" y="111729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621403" y="597265"/>
              <a:ext cx="761549" cy="1118814"/>
            </a:xfrm>
            <a:custGeom>
              <a:avLst/>
              <a:gdLst/>
              <a:ahLst/>
              <a:cxnLst/>
              <a:rect l="l" t="t" r="r" b="b"/>
              <a:pathLst>
                <a:path w="761549" h="1118814" extrusionOk="0">
                  <a:moveTo>
                    <a:pt x="-524" y="1117297"/>
                  </a:moveTo>
                  <a:lnTo>
                    <a:pt x="-524" y="996558"/>
                  </a:lnTo>
                  <a:cubicBezTo>
                    <a:pt x="160246" y="977266"/>
                    <a:pt x="278895" y="901864"/>
                    <a:pt x="338058" y="740612"/>
                  </a:cubicBezTo>
                  <a:cubicBezTo>
                    <a:pt x="312656" y="732412"/>
                    <a:pt x="292400" y="726464"/>
                    <a:pt x="272463" y="719551"/>
                  </a:cubicBezTo>
                  <a:cubicBezTo>
                    <a:pt x="93848" y="657011"/>
                    <a:pt x="-5830" y="480325"/>
                    <a:pt x="31308" y="291741"/>
                  </a:cubicBezTo>
                  <a:cubicBezTo>
                    <a:pt x="64909" y="120199"/>
                    <a:pt x="237095" y="-11311"/>
                    <a:pt x="412334" y="425"/>
                  </a:cubicBezTo>
                  <a:cubicBezTo>
                    <a:pt x="596255" y="11358"/>
                    <a:pt x="744051" y="156019"/>
                    <a:pt x="758954" y="339651"/>
                  </a:cubicBezTo>
                  <a:cubicBezTo>
                    <a:pt x="792877" y="741255"/>
                    <a:pt x="404456" y="1143502"/>
                    <a:pt x="-524" y="111729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69F2702-E6E4-8076-47FF-77D00B36E700}"/>
              </a:ext>
            </a:extLst>
          </p:cNvPr>
          <p:cNvSpPr/>
          <p:nvPr/>
        </p:nvSpPr>
        <p:spPr>
          <a:xfrm>
            <a:off x="0" y="5454869"/>
            <a:ext cx="173421" cy="1403131"/>
          </a:xfrm>
          <a:prstGeom prst="rect">
            <a:avLst/>
          </a:prstGeom>
          <a:solidFill>
            <a:srgbClr val="FED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1625561-070C-AD87-496A-D548C5A7DE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Suggestions? Clarifications? Violent Reaction?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7DDDD"/>
      </a:lt1>
      <a:dk2>
        <a:srgbClr val="434343"/>
      </a:dk2>
      <a:lt2>
        <a:srgbClr val="FEDA60"/>
      </a:lt2>
      <a:accent1>
        <a:srgbClr val="353535"/>
      </a:accent1>
      <a:accent2>
        <a:srgbClr val="FEDA60"/>
      </a:accent2>
      <a:accent3>
        <a:srgbClr val="000000"/>
      </a:accent3>
      <a:accent4>
        <a:srgbClr val="FFFFFF"/>
      </a:accent4>
      <a:accent5>
        <a:srgbClr val="FFFF00"/>
      </a:accent5>
      <a:accent6>
        <a:srgbClr val="0000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308</Words>
  <Application>Microsoft Office PowerPoint</Application>
  <PresentationFormat>Widescreen</PresentationFormat>
  <Paragraphs>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 Medium</vt:lpstr>
      <vt:lpstr>Aldrich</vt:lpstr>
      <vt:lpstr>Roboto</vt:lpstr>
      <vt:lpstr>Calibri</vt:lpstr>
      <vt:lpstr>Abril Fatface</vt:lpstr>
      <vt:lpstr>Arial</vt:lpstr>
      <vt:lpstr>SlidesMania</vt:lpstr>
      <vt:lpstr>CLASS SCHEDULING MANAGEMENT SYSTEM</vt:lpstr>
      <vt:lpstr>CHAPTER II: 2.1: RELATED CONCEPTS</vt:lpstr>
      <vt:lpstr>2.1 RELATED CONCEPTS</vt:lpstr>
      <vt:lpstr>2.1 RELATED CONCEPTS</vt:lpstr>
      <vt:lpstr>CHAPTER II: 2.2: RELATED SYSTEMS</vt:lpstr>
      <vt:lpstr>2.2 RELATED SYSTEM</vt:lpstr>
      <vt:lpstr>CHAPTER III: TECHNICAL BACKROUND</vt:lpstr>
      <vt:lpstr>3.1 ORGANIZATIONAL CHART</vt:lpstr>
      <vt:lpstr>3.2.1 EXISTING WORKFLOW</vt:lpstr>
      <vt:lpstr>3.2.2 WORKFLOW RESOLUTION</vt:lpstr>
      <vt:lpstr>Thank you so much for listening.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SCHEDULING MANAGEMENT SYSTEM</dc:title>
  <cp:lastModifiedBy>Monthafer Barani</cp:lastModifiedBy>
  <cp:revision>6</cp:revision>
  <dcterms:modified xsi:type="dcterms:W3CDTF">2022-12-13T05:41:14Z</dcterms:modified>
</cp:coreProperties>
</file>